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10_879E622B.xml" ContentType="application/vnd.ms-powerpoint.comments+xml"/>
  <Override PartName="/ppt/comments/modernComment_119_84DEC90D.xml" ContentType="application/vnd.ms-powerpoint.comments+xml"/>
  <Override PartName="/ppt/comments/modernComment_11A_4B704D16.xml" ContentType="application/vnd.ms-powerpoint.comments+xml"/>
  <Override PartName="/ppt/comments/modernComment_112_E790840B.xml" ContentType="application/vnd.ms-powerpoint.comments+xml"/>
  <Override PartName="/ppt/comments/modernComment_11E_FCB79A9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72" r:id="rId5"/>
    <p:sldId id="276" r:id="rId6"/>
    <p:sldId id="288" r:id="rId7"/>
    <p:sldId id="281" r:id="rId8"/>
    <p:sldId id="282" r:id="rId9"/>
    <p:sldId id="283" r:id="rId10"/>
    <p:sldId id="284" r:id="rId11"/>
    <p:sldId id="278" r:id="rId12"/>
    <p:sldId id="274" r:id="rId13"/>
    <p:sldId id="265" r:id="rId14"/>
    <p:sldId id="286" r:id="rId15"/>
    <p:sldId id="285" r:id="rId16"/>
    <p:sldId id="287" r:id="rId17"/>
  </p:sldIdLst>
  <p:sldSz cx="6858000" cy="12192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BF050C-2089-A0D1-069E-6FF2A89AD1AA}" name="上田　真央" initials="上田" userId="S::244011@ocsjoho.onmicrosoft.com::f0b06cfc-4aae-4057-8981-d9e31ff24da2" providerId="AD"/>
  <p188:author id="{ACA9AA4C-F595-EB72-2E6A-1A3E2002877B}" name="千野　廉人" initials="千野" userId="S::244033@ocsjoho.onmicrosoft.com::4aa8ea20-3974-4546-8773-ff56e07002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8981"/>
    <a:srgbClr val="F5F5F5"/>
    <a:srgbClr val="FFC175"/>
    <a:srgbClr val="FFF2F2"/>
    <a:srgbClr val="FFFFFF"/>
    <a:srgbClr val="FBE5D6"/>
    <a:srgbClr val="FCC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7ECDE-7867-0A21-61D7-85A12C7D9128}" v="111" dt="2026-05-27T03:08:40.559"/>
    <p1510:client id="{631FD8CF-150D-88FC-EEFC-FCAA41BFEB1F}" v="6" dt="2026-05-26T16:03:55.208"/>
    <p1510:client id="{E74B6375-67E9-A8C1-425E-6B1FCAEB3A73}" v="123" dt="2026-05-27T03:06:46.210"/>
    <p1510:client id="{EC98B26D-A9AE-B39C-D2CC-BB1A32A9C759}" v="50" dt="2026-05-27T03:36:23.7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山本　瑠愛菜" userId="S::244046@ocsjoho.onmicrosoft.com::c2f4fb10-440f-4087-8627-b3d66fef113e" providerId="AD" clId="Web-{E209FF72-1C85-32FE-2CC4-67C73DFF0A65}"/>
    <pc:docChg chg="modSld">
      <pc:chgData name="山本　瑠愛菜" userId="S::244046@ocsjoho.onmicrosoft.com::c2f4fb10-440f-4087-8627-b3d66fef113e" providerId="AD" clId="Web-{E209FF72-1C85-32FE-2CC4-67C73DFF0A65}" dt="2026-05-14T12:18:51.993" v="1" actId="1076"/>
      <pc:docMkLst>
        <pc:docMk/>
      </pc:docMkLst>
      <pc:sldChg chg="modSp">
        <pc:chgData name="山本　瑠愛菜" userId="S::244046@ocsjoho.onmicrosoft.com::c2f4fb10-440f-4087-8627-b3d66fef113e" providerId="AD" clId="Web-{E209FF72-1C85-32FE-2CC4-67C73DFF0A65}" dt="2026-05-14T12:18:51.993" v="1" actId="1076"/>
        <pc:sldMkLst>
          <pc:docMk/>
          <pc:sldMk cId="1757060224" sldId="265"/>
        </pc:sldMkLst>
        <pc:picChg chg="mod">
          <ac:chgData name="山本　瑠愛菜" userId="S::244046@ocsjoho.onmicrosoft.com::c2f4fb10-440f-4087-8627-b3d66fef113e" providerId="AD" clId="Web-{E209FF72-1C85-32FE-2CC4-67C73DFF0A65}" dt="2026-05-14T12:18:51.993" v="1" actId="1076"/>
          <ac:picMkLst>
            <pc:docMk/>
            <pc:sldMk cId="1757060224" sldId="265"/>
            <ac:picMk id="2" creationId="{01100F46-03AD-3C70-A68E-EC13A6B4C083}"/>
          </ac:picMkLst>
        </pc:picChg>
      </pc:sldChg>
    </pc:docChg>
  </pc:docChgLst>
  <pc:docChgLst>
    <pc:chgData name="宮﨑　大河" userId="S::244021@ocsjoho.onmicrosoft.com::23de71c1-611e-4a06-889c-852e2340ed09" providerId="AD" clId="Web-{EC98B26D-A9AE-B39C-D2CC-BB1A32A9C759}"/>
    <pc:docChg chg="modSld">
      <pc:chgData name="宮﨑　大河" userId="S::244021@ocsjoho.onmicrosoft.com::23de71c1-611e-4a06-889c-852e2340ed09" providerId="AD" clId="Web-{EC98B26D-A9AE-B39C-D2CC-BB1A32A9C759}" dt="2026-05-27T03:36:22.403" v="25" actId="20577"/>
      <pc:docMkLst>
        <pc:docMk/>
      </pc:docMkLst>
      <pc:sldChg chg="modSp">
        <pc:chgData name="宮﨑　大河" userId="S::244021@ocsjoho.onmicrosoft.com::23de71c1-611e-4a06-889c-852e2340ed09" providerId="AD" clId="Web-{EC98B26D-A9AE-B39C-D2CC-BB1A32A9C759}" dt="2026-05-27T03:36:22.403" v="25" actId="20577"/>
        <pc:sldMkLst>
          <pc:docMk/>
          <pc:sldMk cId="185668787" sldId="287"/>
        </pc:sldMkLst>
        <pc:spChg chg="mod">
          <ac:chgData name="宮﨑　大河" userId="S::244021@ocsjoho.onmicrosoft.com::23de71c1-611e-4a06-889c-852e2340ed09" providerId="AD" clId="Web-{EC98B26D-A9AE-B39C-D2CC-BB1A32A9C759}" dt="2026-05-27T03:34:15.398" v="4" actId="1076"/>
          <ac:spMkLst>
            <pc:docMk/>
            <pc:sldMk cId="185668787" sldId="287"/>
            <ac:spMk id="8" creationId="{BAD7BED6-649A-78DC-F829-C8D69A413B54}"/>
          </ac:spMkLst>
        </pc:spChg>
        <pc:spChg chg="mod">
          <ac:chgData name="宮﨑　大河" userId="S::244021@ocsjoho.onmicrosoft.com::23de71c1-611e-4a06-889c-852e2340ed09" providerId="AD" clId="Web-{EC98B26D-A9AE-B39C-D2CC-BB1A32A9C759}" dt="2026-05-27T03:36:22.403" v="25" actId="20577"/>
          <ac:spMkLst>
            <pc:docMk/>
            <pc:sldMk cId="185668787" sldId="287"/>
            <ac:spMk id="10" creationId="{4E6D4FD5-96DB-E44C-FC17-D1D01CC7344A}"/>
          </ac:spMkLst>
        </pc:spChg>
      </pc:sldChg>
    </pc:docChg>
  </pc:docChgLst>
  <pc:docChgLst>
    <pc:chgData name="宮﨑　大河" userId="S::244021@ocsjoho.onmicrosoft.com::23de71c1-611e-4a06-889c-852e2340ed09" providerId="AD" clId="Web-{E74B6375-67E9-A8C1-425E-6B1FCAEB3A73}"/>
    <pc:docChg chg="addSld modSld">
      <pc:chgData name="宮﨑　大河" userId="S::244021@ocsjoho.onmicrosoft.com::23de71c1-611e-4a06-889c-852e2340ed09" providerId="AD" clId="Web-{E74B6375-67E9-A8C1-425E-6B1FCAEB3A73}" dt="2026-05-27T03:06:46.210" v="67"/>
      <pc:docMkLst>
        <pc:docMk/>
      </pc:docMkLst>
      <pc:sldChg chg="addSp delSp modSp add">
        <pc:chgData name="宮﨑　大河" userId="S::244021@ocsjoho.onmicrosoft.com::23de71c1-611e-4a06-889c-852e2340ed09" providerId="AD" clId="Web-{E74B6375-67E9-A8C1-425E-6B1FCAEB3A73}" dt="2026-05-27T03:06:46.210" v="67"/>
        <pc:sldMkLst>
          <pc:docMk/>
          <pc:sldMk cId="185668787" sldId="287"/>
        </pc:sldMkLst>
        <pc:spChg chg="mod">
          <ac:chgData name="宮﨑　大河" userId="S::244021@ocsjoho.onmicrosoft.com::23de71c1-611e-4a06-889c-852e2340ed09" providerId="AD" clId="Web-{E74B6375-67E9-A8C1-425E-6B1FCAEB3A73}" dt="2026-05-27T03:05:41.067" v="61" actId="1076"/>
          <ac:spMkLst>
            <pc:docMk/>
            <pc:sldMk cId="185668787" sldId="287"/>
            <ac:spMk id="8" creationId="{BAD7BED6-649A-78DC-F829-C8D69A413B54}"/>
          </ac:spMkLst>
        </pc:spChg>
        <pc:spChg chg="del mod">
          <ac:chgData name="宮﨑　大河" userId="S::244021@ocsjoho.onmicrosoft.com::23de71c1-611e-4a06-889c-852e2340ed09" providerId="AD" clId="Web-{E74B6375-67E9-A8C1-425E-6B1FCAEB3A73}" dt="2026-05-27T03:04:14.720" v="24"/>
          <ac:spMkLst>
            <pc:docMk/>
            <pc:sldMk cId="185668787" sldId="287"/>
            <ac:spMk id="9" creationId="{AB729416-F559-68B5-9FB7-770B7C9175F0}"/>
          </ac:spMkLst>
        </pc:spChg>
        <pc:spChg chg="mod">
          <ac:chgData name="宮﨑　大河" userId="S::244021@ocsjoho.onmicrosoft.com::23de71c1-611e-4a06-889c-852e2340ed09" providerId="AD" clId="Web-{E74B6375-67E9-A8C1-425E-6B1FCAEB3A73}" dt="2026-05-27T03:06:37.287" v="65" actId="20577"/>
          <ac:spMkLst>
            <pc:docMk/>
            <pc:sldMk cId="185668787" sldId="287"/>
            <ac:spMk id="10" creationId="{4E6D4FD5-96DB-E44C-FC17-D1D01CC7344A}"/>
          </ac:spMkLst>
        </pc:spChg>
        <pc:spChg chg="del mod">
          <ac:chgData name="宮﨑　大河" userId="S::244021@ocsjoho.onmicrosoft.com::23de71c1-611e-4a06-889c-852e2340ed09" providerId="AD" clId="Web-{E74B6375-67E9-A8C1-425E-6B1FCAEB3A73}" dt="2026-05-27T03:06:46.210" v="67"/>
          <ac:spMkLst>
            <pc:docMk/>
            <pc:sldMk cId="185668787" sldId="287"/>
            <ac:spMk id="11" creationId="{266EE234-2FB2-1F66-DACC-E35FB713680E}"/>
          </ac:spMkLst>
        </pc:spChg>
        <pc:spChg chg="mod">
          <ac:chgData name="宮﨑　大河" userId="S::244021@ocsjoho.onmicrosoft.com::23de71c1-611e-4a06-889c-852e2340ed09" providerId="AD" clId="Web-{E74B6375-67E9-A8C1-425E-6B1FCAEB3A73}" dt="2026-05-27T03:06:43.928" v="66" actId="1076"/>
          <ac:spMkLst>
            <pc:docMk/>
            <pc:sldMk cId="185668787" sldId="287"/>
            <ac:spMk id="13" creationId="{3444BD9B-8109-1785-BF9C-5177EB9971F3}"/>
          </ac:spMkLst>
        </pc:spChg>
        <pc:picChg chg="add mod">
          <ac:chgData name="宮﨑　大河" userId="S::244021@ocsjoho.onmicrosoft.com::23de71c1-611e-4a06-889c-852e2340ed09" providerId="AD" clId="Web-{E74B6375-67E9-A8C1-425E-6B1FCAEB3A73}" dt="2026-05-27T03:03:24.750" v="2" actId="1076"/>
          <ac:picMkLst>
            <pc:docMk/>
            <pc:sldMk cId="185668787" sldId="287"/>
            <ac:picMk id="4" creationId="{A3CFA09E-D990-32DC-F425-FA9F9E677ED9}"/>
          </ac:picMkLst>
        </pc:picChg>
      </pc:sldChg>
    </pc:docChg>
  </pc:docChgLst>
  <pc:docChgLst>
    <pc:chgData name="田中　陽那太" userId="S::244060@ocsjoho.onmicrosoft.com::ff8de782-76d6-4d26-bf27-40176e6ffc27" providerId="AD" clId="Web-{5087ECDE-7867-0A21-61D7-85A12C7D9128}"/>
    <pc:docChg chg="addSld delSld modSld">
      <pc:chgData name="田中　陽那太" userId="S::244060@ocsjoho.onmicrosoft.com::ff8de782-76d6-4d26-bf27-40176e6ffc27" providerId="AD" clId="Web-{5087ECDE-7867-0A21-61D7-85A12C7D9128}" dt="2026-05-27T03:08:40.559" v="110" actId="1076"/>
      <pc:docMkLst>
        <pc:docMk/>
      </pc:docMkLst>
      <pc:sldChg chg="addSp modSp">
        <pc:chgData name="田中　陽那太" userId="S::244060@ocsjoho.onmicrosoft.com::ff8de782-76d6-4d26-bf27-40176e6ffc27" providerId="AD" clId="Web-{5087ECDE-7867-0A21-61D7-85A12C7D9128}" dt="2026-05-27T03:00:16.120" v="53" actId="20577"/>
        <pc:sldMkLst>
          <pc:docMk/>
          <pc:sldMk cId="1757060224" sldId="265"/>
        </pc:sldMkLst>
        <pc:spChg chg="add mod">
          <ac:chgData name="田中　陽那太" userId="S::244060@ocsjoho.onmicrosoft.com::ff8de782-76d6-4d26-bf27-40176e6ffc27" providerId="AD" clId="Web-{5087ECDE-7867-0A21-61D7-85A12C7D9128}" dt="2026-05-27T03:00:03.917" v="50" actId="20577"/>
          <ac:spMkLst>
            <pc:docMk/>
            <pc:sldMk cId="1757060224" sldId="265"/>
            <ac:spMk id="12" creationId="{537B25C9-F87C-9698-8312-F13D016040F3}"/>
          </ac:spMkLst>
        </pc:spChg>
        <pc:spChg chg="mod">
          <ac:chgData name="田中　陽那太" userId="S::244060@ocsjoho.onmicrosoft.com::ff8de782-76d6-4d26-bf27-40176e6ffc27" providerId="AD" clId="Web-{5087ECDE-7867-0A21-61D7-85A12C7D9128}" dt="2026-05-27T03:00:16.120" v="53" actId="20577"/>
          <ac:spMkLst>
            <pc:docMk/>
            <pc:sldMk cId="1757060224" sldId="265"/>
            <ac:spMk id="14" creationId="{5AA256BF-240C-3F39-0098-3A5B38803B97}"/>
          </ac:spMkLst>
        </pc:spChg>
      </pc:sldChg>
      <pc:sldChg chg="addSp modSp">
        <pc:chgData name="田中　陽那太" userId="S::244060@ocsjoho.onmicrosoft.com::ff8de782-76d6-4d26-bf27-40176e6ffc27" providerId="AD" clId="Web-{5087ECDE-7867-0A21-61D7-85A12C7D9128}" dt="2026-05-27T02:51:59.181" v="15" actId="14100"/>
        <pc:sldMkLst>
          <pc:docMk/>
          <pc:sldMk cId="2395523830" sldId="278"/>
        </pc:sldMkLst>
        <pc:spChg chg="add mod">
          <ac:chgData name="田中　陽那太" userId="S::244060@ocsjoho.onmicrosoft.com::ff8de782-76d6-4d26-bf27-40176e6ffc27" providerId="AD" clId="Web-{5087ECDE-7867-0A21-61D7-85A12C7D9128}" dt="2026-05-27T02:51:59.181" v="15" actId="14100"/>
          <ac:spMkLst>
            <pc:docMk/>
            <pc:sldMk cId="2395523830" sldId="278"/>
            <ac:spMk id="4" creationId="{D58CA9C8-3321-BDE2-E892-585CCC4FAA37}"/>
          </ac:spMkLst>
        </pc:spChg>
      </pc:sldChg>
      <pc:sldChg chg="addSp modSp">
        <pc:chgData name="田中　陽那太" userId="S::244060@ocsjoho.onmicrosoft.com::ff8de782-76d6-4d26-bf27-40176e6ffc27" providerId="AD" clId="Web-{5087ECDE-7867-0A21-61D7-85A12C7D9128}" dt="2026-05-27T03:06:18.230" v="87" actId="20577"/>
        <pc:sldMkLst>
          <pc:docMk/>
          <pc:sldMk cId="183539560" sldId="285"/>
        </pc:sldMkLst>
        <pc:spChg chg="add mod">
          <ac:chgData name="田中　陽那太" userId="S::244060@ocsjoho.onmicrosoft.com::ff8de782-76d6-4d26-bf27-40176e6ffc27" providerId="AD" clId="Web-{5087ECDE-7867-0A21-61D7-85A12C7D9128}" dt="2026-05-27T03:06:18.230" v="87" actId="20577"/>
          <ac:spMkLst>
            <pc:docMk/>
            <pc:sldMk cId="183539560" sldId="285"/>
            <ac:spMk id="3" creationId="{05764463-CCE7-4FDD-FDC2-7F415A1E6C19}"/>
          </ac:spMkLst>
        </pc:spChg>
      </pc:sldChg>
      <pc:sldChg chg="addSp delSp modSp">
        <pc:chgData name="田中　陽那太" userId="S::244060@ocsjoho.onmicrosoft.com::ff8de782-76d6-4d26-bf27-40176e6ffc27" providerId="AD" clId="Web-{5087ECDE-7867-0A21-61D7-85A12C7D9128}" dt="2026-05-27T02:58:24.963" v="39" actId="1076"/>
        <pc:sldMkLst>
          <pc:docMk/>
          <pc:sldMk cId="4239891090" sldId="286"/>
        </pc:sldMkLst>
        <pc:spChg chg="add mod">
          <ac:chgData name="田中　陽那太" userId="S::244060@ocsjoho.onmicrosoft.com::ff8de782-76d6-4d26-bf27-40176e6ffc27" providerId="AD" clId="Web-{5087ECDE-7867-0A21-61D7-85A12C7D9128}" dt="2026-05-27T02:58:24.963" v="39" actId="1076"/>
          <ac:spMkLst>
            <pc:docMk/>
            <pc:sldMk cId="4239891090" sldId="286"/>
            <ac:spMk id="5" creationId="{6B3FE74F-F588-15CA-2E98-8AC6E2AAF15E}"/>
          </ac:spMkLst>
        </pc:spChg>
        <pc:spChg chg="mod">
          <ac:chgData name="田中　陽那太" userId="S::244060@ocsjoho.onmicrosoft.com::ff8de782-76d6-4d26-bf27-40176e6ffc27" providerId="AD" clId="Web-{5087ECDE-7867-0A21-61D7-85A12C7D9128}" dt="2026-05-27T02:58:21.370" v="38" actId="1076"/>
          <ac:spMkLst>
            <pc:docMk/>
            <pc:sldMk cId="4239891090" sldId="286"/>
            <ac:spMk id="6" creationId="{750C8310-3344-A744-BCC8-1641A45E1383}"/>
          </ac:spMkLst>
        </pc:spChg>
        <pc:spChg chg="del">
          <ac:chgData name="田中　陽那太" userId="S::244060@ocsjoho.onmicrosoft.com::ff8de782-76d6-4d26-bf27-40176e6ffc27" providerId="AD" clId="Web-{5087ECDE-7867-0A21-61D7-85A12C7D9128}" dt="2026-05-27T02:58:13.041" v="36"/>
          <ac:spMkLst>
            <pc:docMk/>
            <pc:sldMk cId="4239891090" sldId="286"/>
            <ac:spMk id="7" creationId="{5C5822FC-67D7-9041-9A00-9222EC8E458C}"/>
          </ac:spMkLst>
        </pc:spChg>
      </pc:sldChg>
      <pc:sldChg chg="addSp modSp add">
        <pc:chgData name="田中　陽那太" userId="S::244060@ocsjoho.onmicrosoft.com::ff8de782-76d6-4d26-bf27-40176e6ffc27" providerId="AD" clId="Web-{5087ECDE-7867-0A21-61D7-85A12C7D9128}" dt="2026-05-27T03:08:40.559" v="110" actId="1076"/>
        <pc:sldMkLst>
          <pc:docMk/>
          <pc:sldMk cId="955613658" sldId="288"/>
        </pc:sldMkLst>
        <pc:spChg chg="add mod">
          <ac:chgData name="田中　陽那太" userId="S::244060@ocsjoho.onmicrosoft.com::ff8de782-76d6-4d26-bf27-40176e6ffc27" providerId="AD" clId="Web-{5087ECDE-7867-0A21-61D7-85A12C7D9128}" dt="2026-05-27T03:07:54.324" v="94" actId="1076"/>
          <ac:spMkLst>
            <pc:docMk/>
            <pc:sldMk cId="955613658" sldId="288"/>
            <ac:spMk id="15" creationId="{8EAB7E40-6367-D4C5-5BE0-54D9E889185C}"/>
          </ac:spMkLst>
        </pc:spChg>
        <pc:spChg chg="add mod">
          <ac:chgData name="田中　陽那太" userId="S::244060@ocsjoho.onmicrosoft.com::ff8de782-76d6-4d26-bf27-40176e6ffc27" providerId="AD" clId="Web-{5087ECDE-7867-0A21-61D7-85A12C7D9128}" dt="2026-05-27T03:08:40.559" v="110" actId="1076"/>
          <ac:spMkLst>
            <pc:docMk/>
            <pc:sldMk cId="955613658" sldId="288"/>
            <ac:spMk id="16" creationId="{A9B6CF59-9B55-6FE6-5FF0-62F3E1E74139}"/>
          </ac:spMkLst>
        </pc:spChg>
      </pc:sldChg>
      <pc:sldChg chg="add del">
        <pc:chgData name="田中　陽那太" userId="S::244060@ocsjoho.onmicrosoft.com::ff8de782-76d6-4d26-bf27-40176e6ffc27" providerId="AD" clId="Web-{5087ECDE-7867-0A21-61D7-85A12C7D9128}" dt="2026-05-27T03:07:28.605" v="90"/>
        <pc:sldMkLst>
          <pc:docMk/>
          <pc:sldMk cId="1110728972" sldId="289"/>
        </pc:sldMkLst>
      </pc:sldChg>
    </pc:docChg>
  </pc:docChgLst>
  <pc:docChgLst>
    <pc:chgData name="山本　瑠愛菜" userId="S::244046@ocsjoho.onmicrosoft.com::c2f4fb10-440f-4087-8627-b3d66fef113e" providerId="AD" clId="Web-{DFC95476-BBFC-5AC6-B39D-16D0B9EAC162}"/>
    <pc:docChg chg="sldOrd">
      <pc:chgData name="山本　瑠愛菜" userId="S::244046@ocsjoho.onmicrosoft.com::c2f4fb10-440f-4087-8627-b3d66fef113e" providerId="AD" clId="Web-{DFC95476-BBFC-5AC6-B39D-16D0B9EAC162}" dt="2026-05-01T00:45:58.263" v="1"/>
      <pc:docMkLst>
        <pc:docMk/>
      </pc:docMkLst>
      <pc:sldChg chg="ord">
        <pc:chgData name="山本　瑠愛菜" userId="S::244046@ocsjoho.onmicrosoft.com::c2f4fb10-440f-4087-8627-b3d66fef113e" providerId="AD" clId="Web-{DFC95476-BBFC-5AC6-B39D-16D0B9EAC162}" dt="2026-05-01T00:45:58.263" v="1"/>
        <pc:sldMkLst>
          <pc:docMk/>
          <pc:sldMk cId="1601385586" sldId="283"/>
        </pc:sldMkLst>
      </pc:sldChg>
    </pc:docChg>
  </pc:docChgLst>
  <pc:docChgLst>
    <pc:chgData name="藤本　卓也" userId="S::244020@ocsjoho.onmicrosoft.com::2e7367ea-44f6-43f8-99e0-eeeebb36c150" providerId="AD" clId="Web-{631FD8CF-150D-88FC-EEFC-FCAA41BFEB1F}"/>
    <pc:docChg chg="modSld">
      <pc:chgData name="藤本　卓也" userId="S::244020@ocsjoho.onmicrosoft.com::2e7367ea-44f6-43f8-99e0-eeeebb36c150" providerId="AD" clId="Web-{631FD8CF-150D-88FC-EEFC-FCAA41BFEB1F}" dt="2026-05-26T16:03:55.192" v="3"/>
      <pc:docMkLst>
        <pc:docMk/>
      </pc:docMkLst>
      <pc:sldChg chg="modSp">
        <pc:chgData name="藤本　卓也" userId="S::244020@ocsjoho.onmicrosoft.com::2e7367ea-44f6-43f8-99e0-eeeebb36c150" providerId="AD" clId="Web-{631FD8CF-150D-88FC-EEFC-FCAA41BFEB1F}" dt="2026-05-26T14:09:05.451" v="2" actId="14100"/>
        <pc:sldMkLst>
          <pc:docMk/>
          <pc:sldMk cId="4066494575" sldId="276"/>
        </pc:sldMkLst>
        <pc:spChg chg="mod">
          <ac:chgData name="藤本　卓也" userId="S::244020@ocsjoho.onmicrosoft.com::2e7367ea-44f6-43f8-99e0-eeeebb36c150" providerId="AD" clId="Web-{631FD8CF-150D-88FC-EEFC-FCAA41BFEB1F}" dt="2026-05-26T14:09:05.451" v="2" actId="14100"/>
          <ac:spMkLst>
            <pc:docMk/>
            <pc:sldMk cId="4066494575" sldId="276"/>
            <ac:spMk id="2" creationId="{4A015617-E9B7-A636-28AE-F86AC17B4A77}"/>
          </ac:spMkLst>
        </pc:spChg>
        <pc:graphicFrameChg chg="modGraphic">
          <ac:chgData name="藤本　卓也" userId="S::244020@ocsjoho.onmicrosoft.com::2e7367ea-44f6-43f8-99e0-eeeebb36c150" providerId="AD" clId="Web-{631FD8CF-150D-88FC-EEFC-FCAA41BFEB1F}" dt="2026-05-26T14:08:34.092" v="0"/>
          <ac:graphicFrameMkLst>
            <pc:docMk/>
            <pc:sldMk cId="4066494575" sldId="276"/>
            <ac:graphicFrameMk id="3" creationId="{D5B860C6-BAD6-AB64-5810-7296B36B4C2E}"/>
          </ac:graphicFrameMkLst>
        </pc:graphicFrameChg>
      </pc:sldChg>
      <pc:sldChg chg="modSp">
        <pc:chgData name="藤本　卓也" userId="S::244020@ocsjoho.onmicrosoft.com::2e7367ea-44f6-43f8-99e0-eeeebb36c150" providerId="AD" clId="Web-{631FD8CF-150D-88FC-EEFC-FCAA41BFEB1F}" dt="2026-05-26T16:03:55.192" v="3"/>
        <pc:sldMkLst>
          <pc:docMk/>
          <pc:sldMk cId="714604902" sldId="284"/>
        </pc:sldMkLst>
        <pc:graphicFrameChg chg="modGraphic">
          <ac:chgData name="藤本　卓也" userId="S::244020@ocsjoho.onmicrosoft.com::2e7367ea-44f6-43f8-99e0-eeeebb36c150" providerId="AD" clId="Web-{631FD8CF-150D-88FC-EEFC-FCAA41BFEB1F}" dt="2026-05-26T16:03:55.192" v="3"/>
          <ac:graphicFrameMkLst>
            <pc:docMk/>
            <pc:sldMk cId="714604902" sldId="284"/>
            <ac:graphicFrameMk id="3" creationId="{B7D44B04-BD6B-71DE-A562-A15F51CCC238}"/>
          </ac:graphicFrameMkLst>
        </pc:graphicFrameChg>
      </pc:sldChg>
    </pc:docChg>
  </pc:docChgLst>
  <pc:docChgLst>
    <pc:chgData name="上田　真央" userId="S::244011@ocsjoho.onmicrosoft.com::f0b06cfc-4aae-4057-8981-d9e31ff24da2" providerId="AD" clId="Web-{B3F72C6A-A715-8D8A-7B4F-5FD08DA27D5A}"/>
    <pc:docChg chg="modSld">
      <pc:chgData name="上田　真央" userId="S::244011@ocsjoho.onmicrosoft.com::f0b06cfc-4aae-4057-8981-d9e31ff24da2" providerId="AD" clId="Web-{B3F72C6A-A715-8D8A-7B4F-5FD08DA27D5A}" dt="2026-05-15T01:11:09.922" v="91" actId="1076"/>
      <pc:docMkLst>
        <pc:docMk/>
      </pc:docMkLst>
      <pc:sldChg chg="addSp delSp modSp mod setBg">
        <pc:chgData name="上田　真央" userId="S::244011@ocsjoho.onmicrosoft.com::f0b06cfc-4aae-4057-8981-d9e31ff24da2" providerId="AD" clId="Web-{B3F72C6A-A715-8D8A-7B4F-5FD08DA27D5A}" dt="2026-05-15T01:11:09.922" v="91" actId="1076"/>
        <pc:sldMkLst>
          <pc:docMk/>
          <pc:sldMk cId="183539560" sldId="285"/>
        </pc:sldMkLst>
        <pc:spChg chg="add mod">
          <ac:chgData name="上田　真央" userId="S::244011@ocsjoho.onmicrosoft.com::f0b06cfc-4aae-4057-8981-d9e31ff24da2" providerId="AD" clId="Web-{B3F72C6A-A715-8D8A-7B4F-5FD08DA27D5A}" dt="2026-05-15T01:03:39.288" v="30" actId="1076"/>
          <ac:spMkLst>
            <pc:docMk/>
            <pc:sldMk cId="183539560" sldId="285"/>
            <ac:spMk id="8" creationId="{BAD7BED6-649A-78DC-F829-C8D69A413B54}"/>
          </ac:spMkLst>
        </pc:spChg>
        <pc:spChg chg="add mod">
          <ac:chgData name="上田　真央" userId="S::244011@ocsjoho.onmicrosoft.com::f0b06cfc-4aae-4057-8981-d9e31ff24da2" providerId="AD" clId="Web-{B3F72C6A-A715-8D8A-7B4F-5FD08DA27D5A}" dt="2026-05-15T01:05:46.416" v="43" actId="1076"/>
          <ac:spMkLst>
            <pc:docMk/>
            <pc:sldMk cId="183539560" sldId="285"/>
            <ac:spMk id="9" creationId="{AB729416-F559-68B5-9FB7-770B7C9175F0}"/>
          </ac:spMkLst>
        </pc:spChg>
        <pc:spChg chg="add mod">
          <ac:chgData name="上田　真央" userId="S::244011@ocsjoho.onmicrosoft.com::f0b06cfc-4aae-4057-8981-d9e31ff24da2" providerId="AD" clId="Web-{B3F72C6A-A715-8D8A-7B4F-5FD08DA27D5A}" dt="2026-05-15T01:07:31.809" v="66" actId="1076"/>
          <ac:spMkLst>
            <pc:docMk/>
            <pc:sldMk cId="183539560" sldId="285"/>
            <ac:spMk id="10" creationId="{4E6D4FD5-96DB-E44C-FC17-D1D01CC7344A}"/>
          </ac:spMkLst>
        </pc:spChg>
        <pc:spChg chg="add mod">
          <ac:chgData name="上田　真央" userId="S::244011@ocsjoho.onmicrosoft.com::f0b06cfc-4aae-4057-8981-d9e31ff24da2" providerId="AD" clId="Web-{B3F72C6A-A715-8D8A-7B4F-5FD08DA27D5A}" dt="2026-05-15T01:11:09.922" v="91" actId="1076"/>
          <ac:spMkLst>
            <pc:docMk/>
            <pc:sldMk cId="183539560" sldId="285"/>
            <ac:spMk id="11" creationId="{266EE234-2FB2-1F66-DACC-E35FB713680E}"/>
          </ac:spMkLst>
        </pc:spChg>
        <pc:spChg chg="add mod">
          <ac:chgData name="上田　真央" userId="S::244011@ocsjoho.onmicrosoft.com::f0b06cfc-4aae-4057-8981-d9e31ff24da2" providerId="AD" clId="Web-{B3F72C6A-A715-8D8A-7B4F-5FD08DA27D5A}" dt="2026-05-15T01:10:34.891" v="90" actId="20577"/>
          <ac:spMkLst>
            <pc:docMk/>
            <pc:sldMk cId="183539560" sldId="285"/>
            <ac:spMk id="13" creationId="{3444BD9B-8109-1785-BF9C-5177EB9971F3}"/>
          </ac:spMkLst>
        </pc:spChg>
        <pc:picChg chg="add mod">
          <ac:chgData name="上田　真央" userId="S::244011@ocsjoho.onmicrosoft.com::f0b06cfc-4aae-4057-8981-d9e31ff24da2" providerId="AD" clId="Web-{B3F72C6A-A715-8D8A-7B4F-5FD08DA27D5A}" dt="2026-05-15T01:02:27.598" v="11" actId="1076"/>
          <ac:picMkLst>
            <pc:docMk/>
            <pc:sldMk cId="183539560" sldId="285"/>
            <ac:picMk id="6" creationId="{C68D9056-C2BB-B789-19A2-EA5F0CD94D37}"/>
          </ac:picMkLst>
        </pc:picChg>
      </pc:sldChg>
    </pc:docChg>
  </pc:docChgLst>
</pc:chgInfo>
</file>

<file path=ppt/comments/modernComment_11A_4B704D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0B8F389-44F4-4DE6-950E-CFD149E29A73}" authorId="{ACA9AA4C-F595-EB72-2E6A-1A3E2002877B}" created="2026-01-26T03:36:19.802">
    <pc:sldMkLst xmlns:pc="http://schemas.microsoft.com/office/powerpoint/2013/main/command">
      <pc:docMk/>
      <pc:sldMk cId="1265650966" sldId="282"/>
    </pc:sldMkLst>
    <p188:txBody>
      <a:bodyPr/>
      <a:lstStyle/>
      <a:p>
        <a:r>
          <a:rPr lang="en-US"/>
          <a:t>注文数はカートにあるものを含めて10件とする</a:t>
        </a:r>
      </a:p>
    </p188:txBody>
  </p188:cm>
</p188:cmLst>
</file>

<file path=ppt/comments/modernComment_11E_FCB79A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20C881-B86D-47D8-AF2A-C9B3D9E63B3A}" authorId="{ACA9AA4C-F595-EB72-2E6A-1A3E2002877B}" created="2026-01-26T05:25:00.824">
    <pc:sldMkLst xmlns:pc="http://schemas.microsoft.com/office/powerpoint/2013/main/command">
      <pc:docMk/>
      <pc:sldMk cId="3885007883" sldId="274"/>
    </pc:sldMkLst>
    <p188:txBody>
      <a:bodyPr/>
      <a:lstStyle/>
      <a:p>
        <a:r>
          <a:rPr lang="en-US"/>
          <a:t>呼び出しの際の確認の有無について検討</a:t>
        </a:r>
      </a:p>
    </p188:txBody>
  </p188:cm>
</p188:cmLst>
</file>

<file path=ppt/comments/modernComment_110_879E62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F041A21-DCB1-48E0-88D6-1F82B9D03581}" authorId="{ACA9AA4C-F595-EB72-2E6A-1A3E2002877B}" created="2026-01-26T03:35:31.067">
    <pc:sldMkLst xmlns:pc="http://schemas.microsoft.com/office/powerpoint/2013/main/command">
      <pc:docMk/>
      <pc:sldMk cId="2275303979" sldId="272"/>
    </pc:sldMkLst>
    <p188:txBody>
      <a:bodyPr/>
      <a:lstStyle/>
      <a:p>
        <a:r>
          <a:rPr lang="en-US"/>
          <a:t>上限は特には設けない</a:t>
        </a:r>
      </a:p>
    </p188:txBody>
  </p188:cm>
</p188:cmLst>
</file>

<file path=ppt/comments/modernComment_112_E79084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D1E885E-55B0-4A4D-A2EE-7938CC9CD10E}" authorId="{ACA9AA4C-F595-EB72-2E6A-1A3E2002877B}" created="2026-01-26T05:25:00.824">
    <pc:sldMkLst xmlns:pc="http://schemas.microsoft.com/office/powerpoint/2013/main/command">
      <pc:docMk/>
      <pc:sldMk cId="3885007883" sldId="274"/>
    </pc:sldMkLst>
    <p188:txBody>
      <a:bodyPr/>
      <a:lstStyle/>
      <a:p>
        <a:r>
          <a:rPr lang="en-US"/>
          <a:t>呼び出しの際の確認の有無について検討</a:t>
        </a:r>
      </a:p>
    </p188:txBody>
  </p188:cm>
</p188:cmLst>
</file>

<file path=ppt/comments/modernComment_119_84DEC9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946D32-7284-47A6-B990-BEB498DB0B87}" authorId="{ACA9AA4C-F595-EB72-2E6A-1A3E2002877B}" created="2026-01-26T03:36:04.677">
    <pc:sldMkLst xmlns:pc="http://schemas.microsoft.com/office/powerpoint/2013/main/command">
      <pc:docMk/>
      <pc:sldMk cId="2229192973" sldId="281"/>
    </pc:sldMkLst>
    <p188:txBody>
      <a:bodyPr/>
      <a:lstStyle/>
      <a:p>
        <a:r>
          <a:rPr lang="en-US"/>
          <a:t>注文数はカートにあるものを含めて10件とする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6701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5862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728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2529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1963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31663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8394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8887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2833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4263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2686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7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0_879E622B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19_84DEC90D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1A_4B704D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2_E790840B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E_FCB79A9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1EA90-4EC0-EF40-78DA-1D1228527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D2100-E413-31CD-46AB-1162E3217DDA}"/>
              </a:ext>
            </a:extLst>
          </p:cNvPr>
          <p:cNvSpPr txBox="1"/>
          <p:nvPr/>
        </p:nvSpPr>
        <p:spPr>
          <a:xfrm>
            <a:off x="1459212" y="1608665"/>
            <a:ext cx="39289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  <a:cs typeface="Calibri"/>
              </a:rPr>
              <a:t>みどり亭へようこそ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12847A-851C-CB22-8893-4677151C9CB8}"/>
              </a:ext>
            </a:extLst>
          </p:cNvPr>
          <p:cNvSpPr txBox="1"/>
          <p:nvPr/>
        </p:nvSpPr>
        <p:spPr>
          <a:xfrm>
            <a:off x="961519" y="3184940"/>
            <a:ext cx="487127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  <a:cs typeface="Calibri"/>
              </a:rPr>
              <a:t>人数を入力してください</a:t>
            </a:r>
            <a:endParaRPr lang="en-US" sz="3200">
              <a:ea typeface="游ゴシック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A61FBB-CE73-DF43-DB94-FB6D52636A3F}"/>
              </a:ext>
            </a:extLst>
          </p:cNvPr>
          <p:cNvSpPr txBox="1"/>
          <p:nvPr/>
        </p:nvSpPr>
        <p:spPr>
          <a:xfrm>
            <a:off x="1470254" y="4977296"/>
            <a:ext cx="13333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>
                <a:ea typeface="Calibri"/>
                <a:cs typeface="Calibri"/>
              </a:rPr>
              <a:t>大人：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D20DF-C529-5DEC-07EB-48C107AD820D}"/>
              </a:ext>
            </a:extLst>
          </p:cNvPr>
          <p:cNvSpPr txBox="1"/>
          <p:nvPr/>
        </p:nvSpPr>
        <p:spPr>
          <a:xfrm>
            <a:off x="1420558" y="6153425"/>
            <a:ext cx="13333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>
                <a:ea typeface="Calibri"/>
                <a:cs typeface="Calibri"/>
              </a:rPr>
              <a:t>子供：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73749F-9359-4E0F-423D-5A2A3137D249}"/>
              </a:ext>
            </a:extLst>
          </p:cNvPr>
          <p:cNvSpPr/>
          <p:nvPr/>
        </p:nvSpPr>
        <p:spPr>
          <a:xfrm>
            <a:off x="3386700" y="4923232"/>
            <a:ext cx="1196494" cy="5895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400">
                <a:solidFill>
                  <a:schemeClr val="tx1"/>
                </a:solidFill>
                <a:ea typeface="Calibri"/>
                <a:cs typeface="Calibri"/>
              </a:rPr>
              <a:t>0</a:t>
            </a:r>
            <a:endParaRPr lang="en-US" sz="440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21F888-59EB-849C-93FF-61D669E61179}"/>
              </a:ext>
            </a:extLst>
          </p:cNvPr>
          <p:cNvSpPr/>
          <p:nvPr/>
        </p:nvSpPr>
        <p:spPr>
          <a:xfrm>
            <a:off x="3386700" y="6151314"/>
            <a:ext cx="1196494" cy="6242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400">
                <a:solidFill>
                  <a:schemeClr val="tx1"/>
                </a:solidFill>
                <a:ea typeface="Calibri"/>
                <a:cs typeface="Calibri"/>
              </a:rPr>
              <a:t>0</a:t>
            </a:r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28AB6F-26D7-6166-E5DE-E33743062991}"/>
              </a:ext>
            </a:extLst>
          </p:cNvPr>
          <p:cNvCxnSpPr/>
          <p:nvPr/>
        </p:nvCxnSpPr>
        <p:spPr>
          <a:xfrm>
            <a:off x="1010092" y="1329069"/>
            <a:ext cx="4784651" cy="17721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8F572C-9E36-C889-6C95-2D96DD65C93A}"/>
              </a:ext>
            </a:extLst>
          </p:cNvPr>
          <p:cNvCxnSpPr>
            <a:cxnSpLocks/>
          </p:cNvCxnSpPr>
          <p:nvPr/>
        </p:nvCxnSpPr>
        <p:spPr>
          <a:xfrm>
            <a:off x="1010092" y="2427766"/>
            <a:ext cx="4784651" cy="17721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02D4EB-5088-7863-4A3E-A84786B5CEB5}"/>
              </a:ext>
            </a:extLst>
          </p:cNvPr>
          <p:cNvCxnSpPr>
            <a:cxnSpLocks/>
          </p:cNvCxnSpPr>
          <p:nvPr/>
        </p:nvCxnSpPr>
        <p:spPr>
          <a:xfrm>
            <a:off x="1043222" y="8866242"/>
            <a:ext cx="4784651" cy="17721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7AF60B-EC42-F4F1-5395-DA00BD1D3E08}"/>
              </a:ext>
            </a:extLst>
          </p:cNvPr>
          <p:cNvCxnSpPr>
            <a:cxnSpLocks/>
          </p:cNvCxnSpPr>
          <p:nvPr/>
        </p:nvCxnSpPr>
        <p:spPr>
          <a:xfrm>
            <a:off x="1043222" y="9964939"/>
            <a:ext cx="4784651" cy="17721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DD68870-BEBD-CEC9-8DBA-45F3FBDAC99F}"/>
              </a:ext>
            </a:extLst>
          </p:cNvPr>
          <p:cNvSpPr txBox="1"/>
          <p:nvPr/>
        </p:nvSpPr>
        <p:spPr>
          <a:xfrm>
            <a:off x="2404532" y="9121176"/>
            <a:ext cx="1956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  <a:cs typeface="Calibri"/>
              </a:rPr>
              <a:t>確定する</a:t>
            </a:r>
            <a:endParaRPr lang="en-US" sz="3200">
              <a:ea typeface="游ゴシック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E41B6-1304-D4D2-8E5C-59A03B85BE7D}"/>
              </a:ext>
            </a:extLst>
          </p:cNvPr>
          <p:cNvSpPr txBox="1"/>
          <p:nvPr/>
        </p:nvSpPr>
        <p:spPr>
          <a:xfrm>
            <a:off x="2753592" y="4970318"/>
            <a:ext cx="39831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aseline="0">
                <a:latin typeface="Calibri"/>
              </a:rPr>
              <a:t>⊖</a:t>
            </a:r>
            <a:endParaRPr lang="en-US"/>
          </a:p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66891A-D11A-AF13-7E6A-7F8A9EF82A60}"/>
              </a:ext>
            </a:extLst>
          </p:cNvPr>
          <p:cNvSpPr txBox="1"/>
          <p:nvPr/>
        </p:nvSpPr>
        <p:spPr>
          <a:xfrm>
            <a:off x="2753592" y="6251863"/>
            <a:ext cx="69272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aseline="0">
                <a:latin typeface="Calibri"/>
              </a:rPr>
              <a:t>⊖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C1788F-DE24-10C6-C2DB-C4460E4E3A59}"/>
              </a:ext>
            </a:extLst>
          </p:cNvPr>
          <p:cNvSpPr txBox="1"/>
          <p:nvPr/>
        </p:nvSpPr>
        <p:spPr>
          <a:xfrm>
            <a:off x="4623955" y="4970318"/>
            <a:ext cx="5715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none" strike="noStrike" baseline="0">
                <a:solidFill>
                  <a:srgbClr val="000000"/>
                </a:solidFill>
                <a:latin typeface="Calibri"/>
              </a:rPr>
              <a:t>⊕</a:t>
            </a:r>
            <a:endParaRPr lang="en-US" sz="3200"/>
          </a:p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BE5C52-2719-D83B-9B2E-710062FA84AE}"/>
              </a:ext>
            </a:extLst>
          </p:cNvPr>
          <p:cNvSpPr txBox="1"/>
          <p:nvPr/>
        </p:nvSpPr>
        <p:spPr>
          <a:xfrm>
            <a:off x="4623955" y="6251864"/>
            <a:ext cx="5715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aseline="0">
                <a:latin typeface="Calibri"/>
              </a:rPr>
              <a:t>⊕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FE25417-DDF3-4064-4C4F-527859388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14347" y="384088"/>
            <a:ext cx="1543050" cy="649111"/>
          </a:xfrm>
        </p:spPr>
        <p:txBody>
          <a:bodyPr/>
          <a:lstStyle/>
          <a:p>
            <a:fld id="{48F63A3B-78C7-47BE-AE5E-E10140E04643}" type="slidenum">
              <a:rPr lang="en-US" sz="3200" dirty="0">
                <a:solidFill>
                  <a:schemeClr val="tx1"/>
                </a:solidFill>
              </a:rPr>
              <a:t>1</a:t>
            </a:fld>
            <a:endParaRPr lang="en-US" sz="320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530397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39827-DEA2-B466-3480-6AA8E2E21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B860C6-BAD6-AB64-5810-7296B36B4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493729"/>
              </p:ext>
            </p:extLst>
          </p:nvPr>
        </p:nvGraphicFramePr>
        <p:xfrm>
          <a:off x="0" y="1150752"/>
          <a:ext cx="1366267" cy="11067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267">
                  <a:extLst>
                    <a:ext uri="{9D8B030D-6E8A-4147-A177-3AD203B41FA5}">
                      <a16:colId xmlns:a16="http://schemas.microsoft.com/office/drawing/2014/main" val="345703299"/>
                    </a:ext>
                  </a:extLst>
                </a:gridCol>
              </a:tblGrid>
              <a:tr h="6621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1800" b="1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游ゴシック"/>
                        </a:rPr>
                        <a:t>おすすめ</a:t>
                      </a:r>
                      <a:endParaRPr lang="en-US" altLang="ja-JP" b="1">
                        <a:latin typeface="Calibri"/>
                        <a:ea typeface="Calibri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211723"/>
                  </a:ext>
                </a:extLst>
              </a:tr>
              <a:tr h="6621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solidFill>
                            <a:schemeClr val="tx1"/>
                          </a:solidFill>
                          <a:latin typeface="Calibri"/>
                        </a:rPr>
                        <a:t>飲み放題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350153"/>
                  </a:ext>
                </a:extLst>
              </a:tr>
              <a:tr h="6621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solidFill>
                            <a:schemeClr val="tx1"/>
                          </a:solidFill>
                        </a:rPr>
                        <a:t>スピード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b="1">
                          <a:solidFill>
                            <a:schemeClr val="tx1"/>
                          </a:solidFill>
                        </a:rPr>
                        <a:t>メニュー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892490"/>
                  </a:ext>
                </a:extLst>
              </a:tr>
              <a:tr h="725231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/>
                        <a:t>焼鳥</a:t>
                      </a:r>
                      <a:endParaRPr lang="en-US" altLang="ja-JP" b="1"/>
                    </a:p>
                    <a:p>
                      <a:pPr lvl="0" algn="ctr">
                        <a:buNone/>
                      </a:pPr>
                      <a:r>
                        <a:rPr lang="ja-JP" altLang="en-US" b="1"/>
                        <a:t>   (たれ）</a:t>
                      </a:r>
                      <a:endParaRPr lang="en-US" b="1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35447"/>
                  </a:ext>
                </a:extLst>
              </a:tr>
              <a:tr h="6779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焼鳥</a:t>
                      </a:r>
                      <a:endParaRPr lang="en-US" altLang="ja-JP" sz="1800" b="1" i="0" u="none" strike="noStrike" noProof="0">
                        <a:solidFill>
                          <a:srgbClr val="000000"/>
                        </a:solidFill>
                        <a:latin typeface="游ゴシック"/>
                        <a:ea typeface="Meiryo UI"/>
                      </a:endParaRPr>
                    </a:p>
                    <a:p>
                      <a:pPr lvl="0" algn="ctr">
                        <a:buNone/>
                      </a:pP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 </a:t>
                      </a: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塩</a:t>
                      </a: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）</a:t>
                      </a:r>
                      <a:endParaRPr lang="en-US" altLang="ja-JP" sz="1800" b="1" i="0" u="none" strike="noStrike" noProof="0">
                        <a:solidFill>
                          <a:srgbClr val="000000"/>
                        </a:solidFill>
                        <a:latin typeface="游ゴシック"/>
                        <a:ea typeface="Meiryo UI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535084"/>
                  </a:ext>
                </a:extLst>
              </a:tr>
              <a:tr h="614871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/>
                        <a:t>一品</a:t>
                      </a:r>
                      <a:endParaRPr lang="en-US" b="1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398504"/>
                  </a:ext>
                </a:extLst>
              </a:tr>
              <a:tr h="6937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游ゴシック"/>
                        </a:rPr>
                        <a:t>デザート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469973"/>
                  </a:ext>
                </a:extLst>
              </a:tr>
              <a:tr h="6148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シメ</a:t>
                      </a:r>
                      <a:endParaRPr lang="en-US" b="1">
                        <a:latin typeface="游ゴシック"/>
                        <a:ea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895089"/>
                  </a:ext>
                </a:extLst>
              </a:tr>
              <a:tr h="7252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b="1" err="1">
                          <a:latin typeface="游ゴシック"/>
                        </a:rPr>
                        <a:t>ソフト</a:t>
                      </a:r>
                      <a:endParaRPr lang="en-US" b="1"/>
                    </a:p>
                    <a:p>
                      <a:pPr lvl="0" algn="ctr">
                        <a:buNone/>
                      </a:pPr>
                      <a:r>
                        <a:rPr lang="en-US" altLang="ja-JP" b="1" err="1">
                          <a:latin typeface="游ゴシック"/>
                        </a:rPr>
                        <a:t>ドリンク</a:t>
                      </a:r>
                      <a:endParaRPr lang="en-US" altLang="ja-JP" b="1">
                        <a:latin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423202"/>
                  </a:ext>
                </a:extLst>
              </a:tr>
              <a:tr h="725231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アルコール</a:t>
                      </a:r>
                      <a:endParaRPr lang="en-US" b="1">
                        <a:latin typeface="游ゴシック"/>
                        <a:ea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410357"/>
                  </a:ext>
                </a:extLst>
              </a:tr>
              <a:tr h="78829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その他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サービス品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97907"/>
                  </a:ext>
                </a:extLst>
              </a:tr>
              <a:tr h="351579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ja-JP" altLang="en-US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07338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E277D9-EFBA-899B-23A4-8657B1622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555086"/>
              </p:ext>
            </p:extLst>
          </p:nvPr>
        </p:nvGraphicFramePr>
        <p:xfrm>
          <a:off x="-9408" y="11127636"/>
          <a:ext cx="6880754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3585">
                  <a:extLst>
                    <a:ext uri="{9D8B030D-6E8A-4147-A177-3AD203B41FA5}">
                      <a16:colId xmlns:a16="http://schemas.microsoft.com/office/drawing/2014/main" val="1106147537"/>
                    </a:ext>
                  </a:extLst>
                </a:gridCol>
                <a:gridCol w="2376714">
                  <a:extLst>
                    <a:ext uri="{9D8B030D-6E8A-4147-A177-3AD203B41FA5}">
                      <a16:colId xmlns:a16="http://schemas.microsoft.com/office/drawing/2014/main" val="1939275667"/>
                    </a:ext>
                  </a:extLst>
                </a:gridCol>
                <a:gridCol w="2210455">
                  <a:extLst>
                    <a:ext uri="{9D8B030D-6E8A-4147-A177-3AD203B41FA5}">
                      <a16:colId xmlns:a16="http://schemas.microsoft.com/office/drawing/2014/main" val="192534418"/>
                    </a:ext>
                  </a:extLst>
                </a:gridCol>
              </a:tblGrid>
              <a:tr h="104770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呼び出し・会計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>
                          <a:solidFill>
                            <a:schemeClr val="tx1"/>
                          </a:solidFill>
                        </a:rPr>
                        <a:t>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注文履歴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>
                          <a:solidFill>
                            <a:schemeClr val="tx1"/>
                          </a:solidFill>
                        </a:rPr>
                        <a:t>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カートを確認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 b="0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游ゴシック"/>
                        </a:rPr>
                        <a:t>🛒</a:t>
                      </a:r>
                      <a:endParaRPr lang="ja-JP" sz="4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19475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E500D4B-643C-9309-3722-3F027C1DD3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42" t="11594" r="12150" b="5797"/>
          <a:stretch>
            <a:fillRect/>
          </a:stretch>
        </p:blipFill>
        <p:spPr>
          <a:xfrm>
            <a:off x="1643617" y="1971342"/>
            <a:ext cx="1825264" cy="1123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DD3950-4A93-92CD-CF94-0F4119B5AF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53" t="16667" r="10077" b="7143"/>
          <a:stretch>
            <a:fillRect/>
          </a:stretch>
        </p:blipFill>
        <p:spPr>
          <a:xfrm>
            <a:off x="3960628" y="1971341"/>
            <a:ext cx="1813791" cy="11367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FAF947-943A-4DBC-C5D4-B2534355A3EB}"/>
              </a:ext>
            </a:extLst>
          </p:cNvPr>
          <p:cNvSpPr txBox="1"/>
          <p:nvPr/>
        </p:nvSpPr>
        <p:spPr>
          <a:xfrm>
            <a:off x="1648048" y="3260651"/>
            <a:ext cx="152399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b="1">
                <a:ea typeface="游ゴシック"/>
                <a:cs typeface="Calibri"/>
              </a:rPr>
              <a:t>かわ</a:t>
            </a:r>
          </a:p>
          <a:p>
            <a:endParaRPr lang="ja-JP" altLang="en-US" sz="2000">
              <a:ea typeface="游ゴシック"/>
              <a:cs typeface="Calibri"/>
            </a:endParaRPr>
          </a:p>
          <a:p>
            <a:r>
              <a:rPr lang="ja-JP" altLang="en-US" sz="2000" b="1">
                <a:ea typeface="游ゴシック"/>
                <a:cs typeface="Calibri"/>
              </a:rPr>
              <a:t>¥350</a:t>
            </a:r>
            <a:r>
              <a:rPr lang="ja-JP" altLang="en-US" sz="1600" b="1">
                <a:ea typeface="游ゴシック"/>
                <a:cs typeface="Calibri"/>
              </a:rPr>
              <a:t>（税込）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616C6-5CFF-C5E9-C056-CF767891AC8F}"/>
              </a:ext>
            </a:extLst>
          </p:cNvPr>
          <p:cNvSpPr txBox="1"/>
          <p:nvPr/>
        </p:nvSpPr>
        <p:spPr>
          <a:xfrm>
            <a:off x="3969488" y="3260650"/>
            <a:ext cx="180753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b="1">
                <a:ea typeface="游ゴシック"/>
                <a:cs typeface="Calibri"/>
              </a:rPr>
              <a:t>レバー</a:t>
            </a:r>
          </a:p>
          <a:p>
            <a:endParaRPr lang="ja-JP" altLang="en-US" sz="2000">
              <a:ea typeface="游ゴシック"/>
              <a:cs typeface="Calibri"/>
            </a:endParaRPr>
          </a:p>
          <a:p>
            <a:r>
              <a:rPr lang="ja-JP" altLang="en-US" sz="2000" b="1">
                <a:ea typeface="游ゴシック"/>
                <a:cs typeface="Calibri"/>
              </a:rPr>
              <a:t>¥350</a:t>
            </a:r>
            <a:r>
              <a:rPr lang="ja-JP" sz="1600" b="1">
                <a:ea typeface="游ゴシック"/>
                <a:cs typeface="Calibri"/>
              </a:rPr>
              <a:t>（税込）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C09C4-D916-B201-98E3-77C4EB48296B}"/>
              </a:ext>
            </a:extLst>
          </p:cNvPr>
          <p:cNvSpPr txBox="1"/>
          <p:nvPr/>
        </p:nvSpPr>
        <p:spPr>
          <a:xfrm>
            <a:off x="1541719" y="1417674"/>
            <a:ext cx="1364513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100" b="1">
                <a:ea typeface="游ゴシック"/>
                <a:cs typeface="Calibri"/>
              </a:rPr>
              <a:t>おすすめ</a:t>
            </a:r>
            <a:endParaRPr lang="en-US" sz="2100" b="1">
              <a:ea typeface="游ゴシック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2C1AC6-C144-6699-4495-77A91805F4FB}"/>
              </a:ext>
            </a:extLst>
          </p:cNvPr>
          <p:cNvSpPr txBox="1"/>
          <p:nvPr/>
        </p:nvSpPr>
        <p:spPr>
          <a:xfrm>
            <a:off x="1541720" y="4518837"/>
            <a:ext cx="886047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100" b="1">
                <a:ea typeface="游ゴシック"/>
                <a:cs typeface="Calibri"/>
              </a:rPr>
              <a:t>焼鳥</a:t>
            </a:r>
            <a:endParaRPr lang="en-US" sz="2100" b="1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56E977-9E5E-3FA4-FA8D-D9890A88A11F}"/>
              </a:ext>
            </a:extLst>
          </p:cNvPr>
          <p:cNvSpPr txBox="1"/>
          <p:nvPr/>
        </p:nvSpPr>
        <p:spPr>
          <a:xfrm>
            <a:off x="1648047" y="5174511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2CB8C5-8242-7F06-AB28-56F6506F206D}"/>
              </a:ext>
            </a:extLst>
          </p:cNvPr>
          <p:cNvSpPr txBox="1"/>
          <p:nvPr/>
        </p:nvSpPr>
        <p:spPr>
          <a:xfrm>
            <a:off x="1665768" y="7992139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0EB744-4DBD-AC1C-62ED-6A6949B561A4}"/>
              </a:ext>
            </a:extLst>
          </p:cNvPr>
          <p:cNvSpPr txBox="1"/>
          <p:nvPr/>
        </p:nvSpPr>
        <p:spPr>
          <a:xfrm>
            <a:off x="1665767" y="9409812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E14F9B-C02F-E6AE-7C69-7C3809A4624C}"/>
              </a:ext>
            </a:extLst>
          </p:cNvPr>
          <p:cNvSpPr txBox="1"/>
          <p:nvPr/>
        </p:nvSpPr>
        <p:spPr>
          <a:xfrm>
            <a:off x="1648047" y="6592185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CD63FB-904A-E3AB-5015-0D31ACD3D528}"/>
              </a:ext>
            </a:extLst>
          </p:cNvPr>
          <p:cNvSpPr txBox="1"/>
          <p:nvPr/>
        </p:nvSpPr>
        <p:spPr>
          <a:xfrm>
            <a:off x="3597348" y="5263116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DE38A0-C095-B269-C921-4E5052B9E141}"/>
              </a:ext>
            </a:extLst>
          </p:cNvPr>
          <p:cNvSpPr txBox="1"/>
          <p:nvPr/>
        </p:nvSpPr>
        <p:spPr>
          <a:xfrm>
            <a:off x="3597348" y="7992139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E0DC11-E5D5-52BE-6FCE-97F04C8B2820}"/>
              </a:ext>
            </a:extLst>
          </p:cNvPr>
          <p:cNvSpPr txBox="1"/>
          <p:nvPr/>
        </p:nvSpPr>
        <p:spPr>
          <a:xfrm>
            <a:off x="3597347" y="9409813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717BDD-DB78-A04D-9407-5DF3698C7A2B}"/>
              </a:ext>
            </a:extLst>
          </p:cNvPr>
          <p:cNvSpPr txBox="1"/>
          <p:nvPr/>
        </p:nvSpPr>
        <p:spPr>
          <a:xfrm>
            <a:off x="3597348" y="6592186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015617-E9B7-A636-28AE-F86AC17B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44069" y="256176"/>
            <a:ext cx="1577687" cy="649111"/>
          </a:xfrm>
        </p:spPr>
        <p:txBody>
          <a:bodyPr/>
          <a:lstStyle/>
          <a:p>
            <a:fld id="{48F63A3B-78C7-47BE-AE5E-E10140E04643}" type="slidenum">
              <a:rPr lang="en-US" sz="3200" dirty="0">
                <a:solidFill>
                  <a:schemeClr val="tx1"/>
                </a:solidFill>
              </a:rPr>
              <a:t>2</a:t>
            </a:fld>
            <a:r>
              <a:rPr lang="en-US" sz="3200">
                <a:solidFill>
                  <a:schemeClr val="tx1"/>
                </a:solidFill>
              </a:rPr>
              <a:t>-1</a:t>
            </a:r>
            <a:endParaRPr lang="en-US" sz="320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649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39827-DEA2-B466-3480-6AA8E2E21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B860C6-BAD6-AB64-5810-7296B36B4C2E}"/>
              </a:ext>
            </a:extLst>
          </p:cNvPr>
          <p:cNvGraphicFramePr>
            <a:graphicFrameLocks noGrp="1"/>
          </p:cNvGraphicFramePr>
          <p:nvPr/>
        </p:nvGraphicFramePr>
        <p:xfrm>
          <a:off x="0" y="1150752"/>
          <a:ext cx="1366267" cy="11067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267">
                  <a:extLst>
                    <a:ext uri="{9D8B030D-6E8A-4147-A177-3AD203B41FA5}">
                      <a16:colId xmlns:a16="http://schemas.microsoft.com/office/drawing/2014/main" val="345703299"/>
                    </a:ext>
                  </a:extLst>
                </a:gridCol>
              </a:tblGrid>
              <a:tr h="6621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1800" b="1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游ゴシック"/>
                        </a:rPr>
                        <a:t>おすすめ</a:t>
                      </a:r>
                      <a:endParaRPr lang="en-US" altLang="ja-JP" b="1">
                        <a:latin typeface="Calibri"/>
                        <a:ea typeface="Calibri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211723"/>
                  </a:ext>
                </a:extLst>
              </a:tr>
              <a:tr h="6621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solidFill>
                            <a:schemeClr val="tx1"/>
                          </a:solidFill>
                          <a:latin typeface="Calibri"/>
                        </a:rPr>
                        <a:t>飲み放題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350153"/>
                  </a:ext>
                </a:extLst>
              </a:tr>
              <a:tr h="6621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solidFill>
                            <a:schemeClr val="tx1"/>
                          </a:solidFill>
                        </a:rPr>
                        <a:t>スピード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b="1">
                          <a:solidFill>
                            <a:schemeClr val="tx1"/>
                          </a:solidFill>
                        </a:rPr>
                        <a:t>メニュー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892490"/>
                  </a:ext>
                </a:extLst>
              </a:tr>
              <a:tr h="725231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/>
                        <a:t>焼鳥</a:t>
                      </a:r>
                      <a:endParaRPr lang="en-US" altLang="ja-JP" b="1"/>
                    </a:p>
                    <a:p>
                      <a:pPr lvl="0" algn="ctr">
                        <a:buNone/>
                      </a:pPr>
                      <a:r>
                        <a:rPr lang="ja-JP" altLang="en-US" b="1"/>
                        <a:t>   (たれ）</a:t>
                      </a:r>
                      <a:endParaRPr lang="en-US" b="1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35447"/>
                  </a:ext>
                </a:extLst>
              </a:tr>
              <a:tr h="6779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焼鳥</a:t>
                      </a:r>
                      <a:endParaRPr lang="en-US" altLang="ja-JP" sz="1800" b="1" i="0" u="none" strike="noStrike" noProof="0">
                        <a:solidFill>
                          <a:srgbClr val="000000"/>
                        </a:solidFill>
                        <a:latin typeface="游ゴシック"/>
                        <a:ea typeface="Meiryo UI"/>
                      </a:endParaRPr>
                    </a:p>
                    <a:p>
                      <a:pPr lvl="0" algn="ctr">
                        <a:buNone/>
                      </a:pP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 </a:t>
                      </a: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塩</a:t>
                      </a: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）</a:t>
                      </a:r>
                      <a:endParaRPr lang="en-US" altLang="ja-JP" sz="1800" b="1" i="0" u="none" strike="noStrike" noProof="0">
                        <a:solidFill>
                          <a:srgbClr val="000000"/>
                        </a:solidFill>
                        <a:latin typeface="游ゴシック"/>
                        <a:ea typeface="Meiryo UI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535084"/>
                  </a:ext>
                </a:extLst>
              </a:tr>
              <a:tr h="614871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/>
                        <a:t>一品</a:t>
                      </a:r>
                      <a:endParaRPr lang="en-US" b="1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398504"/>
                  </a:ext>
                </a:extLst>
              </a:tr>
              <a:tr h="6937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游ゴシック"/>
                        </a:rPr>
                        <a:t>デザート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469973"/>
                  </a:ext>
                </a:extLst>
              </a:tr>
              <a:tr h="6148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シメ</a:t>
                      </a:r>
                      <a:endParaRPr lang="en-US" b="1">
                        <a:latin typeface="游ゴシック"/>
                        <a:ea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895089"/>
                  </a:ext>
                </a:extLst>
              </a:tr>
              <a:tr h="7252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b="1" err="1">
                          <a:latin typeface="游ゴシック"/>
                        </a:rPr>
                        <a:t>ソフト</a:t>
                      </a:r>
                      <a:endParaRPr lang="en-US" b="1"/>
                    </a:p>
                    <a:p>
                      <a:pPr lvl="0" algn="ctr">
                        <a:buNone/>
                      </a:pPr>
                      <a:r>
                        <a:rPr lang="en-US" altLang="ja-JP" b="1" err="1">
                          <a:latin typeface="游ゴシック"/>
                        </a:rPr>
                        <a:t>ドリンク</a:t>
                      </a:r>
                      <a:endParaRPr lang="en-US" altLang="ja-JP" b="1">
                        <a:latin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423202"/>
                  </a:ext>
                </a:extLst>
              </a:tr>
              <a:tr h="725231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アルコール</a:t>
                      </a:r>
                      <a:endParaRPr lang="en-US" b="1">
                        <a:latin typeface="游ゴシック"/>
                        <a:ea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410357"/>
                  </a:ext>
                </a:extLst>
              </a:tr>
              <a:tr h="78829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その他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サービス品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97907"/>
                  </a:ext>
                </a:extLst>
              </a:tr>
              <a:tr h="351579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ja-JP" altLang="en-US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07338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E277D9-EFBA-899B-23A4-8657B1622810}"/>
              </a:ext>
            </a:extLst>
          </p:cNvPr>
          <p:cNvGraphicFramePr>
            <a:graphicFrameLocks noGrp="1"/>
          </p:cNvGraphicFramePr>
          <p:nvPr/>
        </p:nvGraphicFramePr>
        <p:xfrm>
          <a:off x="-9408" y="11127636"/>
          <a:ext cx="6880754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3585">
                  <a:extLst>
                    <a:ext uri="{9D8B030D-6E8A-4147-A177-3AD203B41FA5}">
                      <a16:colId xmlns:a16="http://schemas.microsoft.com/office/drawing/2014/main" val="1106147537"/>
                    </a:ext>
                  </a:extLst>
                </a:gridCol>
                <a:gridCol w="2376714">
                  <a:extLst>
                    <a:ext uri="{9D8B030D-6E8A-4147-A177-3AD203B41FA5}">
                      <a16:colId xmlns:a16="http://schemas.microsoft.com/office/drawing/2014/main" val="1939275667"/>
                    </a:ext>
                  </a:extLst>
                </a:gridCol>
                <a:gridCol w="2210455">
                  <a:extLst>
                    <a:ext uri="{9D8B030D-6E8A-4147-A177-3AD203B41FA5}">
                      <a16:colId xmlns:a16="http://schemas.microsoft.com/office/drawing/2014/main" val="192534418"/>
                    </a:ext>
                  </a:extLst>
                </a:gridCol>
              </a:tblGrid>
              <a:tr h="104770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呼び出し・会計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>
                          <a:solidFill>
                            <a:schemeClr val="tx1"/>
                          </a:solidFill>
                        </a:rPr>
                        <a:t>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注文履歴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>
                          <a:solidFill>
                            <a:schemeClr val="tx1"/>
                          </a:solidFill>
                        </a:rPr>
                        <a:t>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カートを確認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 b="0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游ゴシック"/>
                        </a:rPr>
                        <a:t>🛒</a:t>
                      </a:r>
                      <a:endParaRPr lang="ja-JP" sz="4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19475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E500D4B-643C-9309-3722-3F027C1DD3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42" t="11594" r="12150" b="5797"/>
          <a:stretch>
            <a:fillRect/>
          </a:stretch>
        </p:blipFill>
        <p:spPr>
          <a:xfrm>
            <a:off x="1643617" y="1971342"/>
            <a:ext cx="1825264" cy="1123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DD3950-4A93-92CD-CF94-0F4119B5AF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53" t="16667" r="10077" b="7143"/>
          <a:stretch>
            <a:fillRect/>
          </a:stretch>
        </p:blipFill>
        <p:spPr>
          <a:xfrm>
            <a:off x="3960628" y="1971341"/>
            <a:ext cx="1813791" cy="11367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FAF947-943A-4DBC-C5D4-B2534355A3EB}"/>
              </a:ext>
            </a:extLst>
          </p:cNvPr>
          <p:cNvSpPr txBox="1"/>
          <p:nvPr/>
        </p:nvSpPr>
        <p:spPr>
          <a:xfrm>
            <a:off x="1648048" y="3260651"/>
            <a:ext cx="152399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b="1">
                <a:ea typeface="游ゴシック"/>
                <a:cs typeface="Calibri"/>
              </a:rPr>
              <a:t>かわ</a:t>
            </a:r>
          </a:p>
          <a:p>
            <a:endParaRPr lang="ja-JP" altLang="en-US" sz="2000">
              <a:ea typeface="游ゴシック"/>
              <a:cs typeface="Calibri"/>
            </a:endParaRPr>
          </a:p>
          <a:p>
            <a:r>
              <a:rPr lang="ja-JP" altLang="en-US" sz="2000" b="1">
                <a:ea typeface="游ゴシック"/>
                <a:cs typeface="Calibri"/>
              </a:rPr>
              <a:t>¥350</a:t>
            </a:r>
            <a:r>
              <a:rPr lang="ja-JP" altLang="en-US" sz="1600" b="1">
                <a:ea typeface="游ゴシック"/>
                <a:cs typeface="Calibri"/>
              </a:rPr>
              <a:t>（税込）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616C6-5CFF-C5E9-C056-CF767891AC8F}"/>
              </a:ext>
            </a:extLst>
          </p:cNvPr>
          <p:cNvSpPr txBox="1"/>
          <p:nvPr/>
        </p:nvSpPr>
        <p:spPr>
          <a:xfrm>
            <a:off x="3969488" y="3260650"/>
            <a:ext cx="180753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b="1">
                <a:ea typeface="游ゴシック"/>
                <a:cs typeface="Calibri"/>
              </a:rPr>
              <a:t>レバー</a:t>
            </a:r>
          </a:p>
          <a:p>
            <a:endParaRPr lang="ja-JP" altLang="en-US" sz="2000">
              <a:ea typeface="游ゴシック"/>
              <a:cs typeface="Calibri"/>
            </a:endParaRPr>
          </a:p>
          <a:p>
            <a:r>
              <a:rPr lang="ja-JP" altLang="en-US" sz="2000" b="1">
                <a:ea typeface="游ゴシック"/>
                <a:cs typeface="Calibri"/>
              </a:rPr>
              <a:t>¥350</a:t>
            </a:r>
            <a:r>
              <a:rPr lang="ja-JP" sz="1600" b="1">
                <a:ea typeface="游ゴシック"/>
                <a:cs typeface="Calibri"/>
              </a:rPr>
              <a:t>（税込）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C09C4-D916-B201-98E3-77C4EB48296B}"/>
              </a:ext>
            </a:extLst>
          </p:cNvPr>
          <p:cNvSpPr txBox="1"/>
          <p:nvPr/>
        </p:nvSpPr>
        <p:spPr>
          <a:xfrm>
            <a:off x="1541719" y="1417674"/>
            <a:ext cx="1364513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100" b="1">
                <a:ea typeface="游ゴシック"/>
                <a:cs typeface="Calibri"/>
              </a:rPr>
              <a:t>おすすめ</a:t>
            </a:r>
            <a:endParaRPr lang="en-US" sz="2100" b="1">
              <a:ea typeface="游ゴシック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2C1AC6-C144-6699-4495-77A91805F4FB}"/>
              </a:ext>
            </a:extLst>
          </p:cNvPr>
          <p:cNvSpPr txBox="1"/>
          <p:nvPr/>
        </p:nvSpPr>
        <p:spPr>
          <a:xfrm>
            <a:off x="1541720" y="4518837"/>
            <a:ext cx="886047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100" b="1">
                <a:ea typeface="游ゴシック"/>
                <a:cs typeface="Calibri"/>
              </a:rPr>
              <a:t>焼鳥</a:t>
            </a:r>
            <a:endParaRPr lang="en-US" sz="2100" b="1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56E977-9E5E-3FA4-FA8D-D9890A88A11F}"/>
              </a:ext>
            </a:extLst>
          </p:cNvPr>
          <p:cNvSpPr txBox="1"/>
          <p:nvPr/>
        </p:nvSpPr>
        <p:spPr>
          <a:xfrm>
            <a:off x="1648047" y="5174511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2CB8C5-8242-7F06-AB28-56F6506F206D}"/>
              </a:ext>
            </a:extLst>
          </p:cNvPr>
          <p:cNvSpPr txBox="1"/>
          <p:nvPr/>
        </p:nvSpPr>
        <p:spPr>
          <a:xfrm>
            <a:off x="1665768" y="7992139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0EB744-4DBD-AC1C-62ED-6A6949B561A4}"/>
              </a:ext>
            </a:extLst>
          </p:cNvPr>
          <p:cNvSpPr txBox="1"/>
          <p:nvPr/>
        </p:nvSpPr>
        <p:spPr>
          <a:xfrm>
            <a:off x="1665767" y="9409812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E14F9B-C02F-E6AE-7C69-7C3809A4624C}"/>
              </a:ext>
            </a:extLst>
          </p:cNvPr>
          <p:cNvSpPr txBox="1"/>
          <p:nvPr/>
        </p:nvSpPr>
        <p:spPr>
          <a:xfrm>
            <a:off x="1648047" y="6592185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CD63FB-904A-E3AB-5015-0D31ACD3D528}"/>
              </a:ext>
            </a:extLst>
          </p:cNvPr>
          <p:cNvSpPr txBox="1"/>
          <p:nvPr/>
        </p:nvSpPr>
        <p:spPr>
          <a:xfrm>
            <a:off x="3597348" y="5263116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DE38A0-C095-B269-C921-4E5052B9E141}"/>
              </a:ext>
            </a:extLst>
          </p:cNvPr>
          <p:cNvSpPr txBox="1"/>
          <p:nvPr/>
        </p:nvSpPr>
        <p:spPr>
          <a:xfrm>
            <a:off x="3597348" y="7992139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E0DC11-E5D5-52BE-6FCE-97F04C8B2820}"/>
              </a:ext>
            </a:extLst>
          </p:cNvPr>
          <p:cNvSpPr txBox="1"/>
          <p:nvPr/>
        </p:nvSpPr>
        <p:spPr>
          <a:xfrm>
            <a:off x="3597347" y="9409813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717BDD-DB78-A04D-9407-5DF3698C7A2B}"/>
              </a:ext>
            </a:extLst>
          </p:cNvPr>
          <p:cNvSpPr txBox="1"/>
          <p:nvPr/>
        </p:nvSpPr>
        <p:spPr>
          <a:xfrm>
            <a:off x="3597348" y="6592186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015617-E9B7-A636-28AE-F86AC17B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44069" y="256176"/>
            <a:ext cx="1577687" cy="649111"/>
          </a:xfrm>
        </p:spPr>
        <p:txBody>
          <a:bodyPr/>
          <a:lstStyle/>
          <a:p>
            <a:fld id="{48F63A3B-78C7-47BE-AE5E-E10140E04643}" type="slidenum">
              <a:rPr lang="en-US" sz="3200" dirty="0">
                <a:solidFill>
                  <a:schemeClr val="tx1"/>
                </a:solidFill>
              </a:rPr>
              <a:t>3</a:t>
            </a:fld>
            <a:r>
              <a:rPr lang="en-US" sz="3200">
                <a:solidFill>
                  <a:schemeClr val="tx1"/>
                </a:solidFill>
              </a:rPr>
              <a:t>-1</a:t>
            </a:r>
            <a:endParaRPr lang="en-US" sz="3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5" name="正方形/長方形 11">
            <a:extLst>
              <a:ext uri="{FF2B5EF4-FFF2-40B4-BE49-F238E27FC236}">
                <a16:creationId xmlns:a16="http://schemas.microsoft.com/office/drawing/2014/main" id="{8EAB7E40-6367-D4C5-5BE0-54D9E889185C}"/>
              </a:ext>
            </a:extLst>
          </p:cNvPr>
          <p:cNvSpPr/>
          <p:nvPr/>
        </p:nvSpPr>
        <p:spPr>
          <a:xfrm>
            <a:off x="290986" y="260194"/>
            <a:ext cx="1681748" cy="6612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3600"/>
              <a:t>戻る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A9B6CF59-9B55-6FE6-5FF0-62F3E1E74139}"/>
              </a:ext>
            </a:extLst>
          </p:cNvPr>
          <p:cNvSpPr/>
          <p:nvPr/>
        </p:nvSpPr>
        <p:spPr>
          <a:xfrm>
            <a:off x="2357230" y="133625"/>
            <a:ext cx="1818860" cy="894521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ea typeface="Calibri"/>
                <a:cs typeface="Calibri"/>
              </a:rPr>
              <a:t>店員側の画面に戻る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5613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D7B50-752E-BACC-70E9-BF5DBF703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0767BC-3D2E-F731-DFF6-5737A1FB819E}"/>
              </a:ext>
            </a:extLst>
          </p:cNvPr>
          <p:cNvGraphicFramePr>
            <a:graphicFrameLocks noGrp="1"/>
          </p:cNvGraphicFramePr>
          <p:nvPr/>
        </p:nvGraphicFramePr>
        <p:xfrm>
          <a:off x="0" y="1150752"/>
          <a:ext cx="1366267" cy="11441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267">
                  <a:extLst>
                    <a:ext uri="{9D8B030D-6E8A-4147-A177-3AD203B41FA5}">
                      <a16:colId xmlns:a16="http://schemas.microsoft.com/office/drawing/2014/main" val="345703299"/>
                    </a:ext>
                  </a:extLst>
                </a:gridCol>
              </a:tblGrid>
              <a:tr h="73199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>
                          <a:solidFill>
                            <a:schemeClr val="tx1"/>
                          </a:solidFill>
                        </a:rPr>
                        <a:t>おすすめ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350153"/>
                  </a:ext>
                </a:extLst>
              </a:tr>
              <a:tr h="7319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solidFill>
                            <a:schemeClr val="tx1"/>
                          </a:solidFill>
                        </a:rPr>
                        <a:t>スピード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b="1">
                          <a:solidFill>
                            <a:schemeClr val="tx1"/>
                          </a:solidFill>
                        </a:rPr>
                        <a:t>メニュー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892490"/>
                  </a:ext>
                </a:extLst>
              </a:tr>
              <a:tr h="795866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/>
                        <a:t>焼鳥</a:t>
                      </a:r>
                      <a:endParaRPr lang="en-US" altLang="ja-JP" b="1"/>
                    </a:p>
                    <a:p>
                      <a:pPr lvl="0" algn="ctr">
                        <a:buNone/>
                      </a:pPr>
                      <a:r>
                        <a:rPr lang="ja-JP" altLang="en-US" b="1"/>
                        <a:t>   (たれ）</a:t>
                      </a:r>
                      <a:endParaRPr lang="en-US" b="1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35447"/>
                  </a:ext>
                </a:extLst>
              </a:tr>
              <a:tr h="7450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焼鳥</a:t>
                      </a:r>
                      <a:endParaRPr lang="en-US" altLang="ja-JP" sz="1800" b="1" i="0" u="none" strike="noStrike" noProof="0">
                        <a:solidFill>
                          <a:srgbClr val="000000"/>
                        </a:solidFill>
                        <a:latin typeface="游ゴシック"/>
                        <a:ea typeface="Meiryo UI"/>
                      </a:endParaRPr>
                    </a:p>
                    <a:p>
                      <a:pPr lvl="0" algn="ctr">
                        <a:buNone/>
                      </a:pP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 </a:t>
                      </a: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塩</a:t>
                      </a: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）</a:t>
                      </a:r>
                      <a:endParaRPr lang="en-US" altLang="ja-JP" sz="1800" b="1" i="0" u="none" strike="noStrike" noProof="0">
                        <a:solidFill>
                          <a:srgbClr val="000000"/>
                        </a:solidFill>
                        <a:latin typeface="游ゴシック"/>
                        <a:ea typeface="Meiryo UI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535084"/>
                  </a:ext>
                </a:extLst>
              </a:tr>
              <a:tr h="678431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/>
                        <a:t>一品</a:t>
                      </a:r>
                      <a:endParaRPr lang="en-US" b="1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398504"/>
                  </a:ext>
                </a:extLst>
              </a:tr>
              <a:tr h="7676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游ゴシック"/>
                        </a:rPr>
                        <a:t>デザート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469973"/>
                  </a:ext>
                </a:extLst>
              </a:tr>
              <a:tr h="6784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シメ</a:t>
                      </a:r>
                      <a:endParaRPr lang="en-US" b="1">
                        <a:latin typeface="游ゴシック"/>
                        <a:ea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895089"/>
                  </a:ext>
                </a:extLst>
              </a:tr>
              <a:tr h="7958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b="1" err="1">
                          <a:latin typeface="游ゴシック"/>
                        </a:rPr>
                        <a:t>ソフト</a:t>
                      </a:r>
                      <a:endParaRPr lang="en-US" b="1"/>
                    </a:p>
                    <a:p>
                      <a:pPr lvl="0" algn="ctr">
                        <a:buNone/>
                      </a:pPr>
                      <a:r>
                        <a:rPr lang="en-US" altLang="ja-JP" b="1" err="1">
                          <a:latin typeface="游ゴシック"/>
                        </a:rPr>
                        <a:t>ドリンク</a:t>
                      </a:r>
                      <a:endParaRPr lang="en-US" altLang="ja-JP" b="1">
                        <a:latin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423202"/>
                  </a:ext>
                </a:extLst>
              </a:tr>
              <a:tr h="795866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アルコール</a:t>
                      </a:r>
                      <a:endParaRPr lang="en-US" b="1">
                        <a:latin typeface="游ゴシック"/>
                        <a:ea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410357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その他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サービス品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97907"/>
                  </a:ext>
                </a:extLst>
              </a:tr>
              <a:tr h="38563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ja-JP" altLang="en-US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07338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4F7AD2-66B2-0A7B-08B8-24E5343BF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938094"/>
              </p:ext>
            </p:extLst>
          </p:nvPr>
        </p:nvGraphicFramePr>
        <p:xfrm>
          <a:off x="-27129" y="11127636"/>
          <a:ext cx="6880754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3585">
                  <a:extLst>
                    <a:ext uri="{9D8B030D-6E8A-4147-A177-3AD203B41FA5}">
                      <a16:colId xmlns:a16="http://schemas.microsoft.com/office/drawing/2014/main" val="1106147537"/>
                    </a:ext>
                  </a:extLst>
                </a:gridCol>
                <a:gridCol w="2376714">
                  <a:extLst>
                    <a:ext uri="{9D8B030D-6E8A-4147-A177-3AD203B41FA5}">
                      <a16:colId xmlns:a16="http://schemas.microsoft.com/office/drawing/2014/main" val="1939275667"/>
                    </a:ext>
                  </a:extLst>
                </a:gridCol>
                <a:gridCol w="2210455">
                  <a:extLst>
                    <a:ext uri="{9D8B030D-6E8A-4147-A177-3AD203B41FA5}">
                      <a16:colId xmlns:a16="http://schemas.microsoft.com/office/drawing/2014/main" val="192534418"/>
                    </a:ext>
                  </a:extLst>
                </a:gridCol>
              </a:tblGrid>
              <a:tr h="104770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呼び出し・会計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>
                          <a:solidFill>
                            <a:schemeClr val="tx1"/>
                          </a:solidFill>
                        </a:rPr>
                        <a:t>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注文履歴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>
                          <a:solidFill>
                            <a:schemeClr val="tx1"/>
                          </a:solidFill>
                        </a:rPr>
                        <a:t>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カートを確認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 b="0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游ゴシック"/>
                        </a:rPr>
                        <a:t>🛒</a:t>
                      </a:r>
                      <a:endParaRPr lang="ja-JP" sz="4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19475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C505A06-68D6-D768-0960-393C2E28BC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2" t="11594" r="12150" b="5797"/>
          <a:stretch>
            <a:fillRect/>
          </a:stretch>
        </p:blipFill>
        <p:spPr>
          <a:xfrm>
            <a:off x="1643617" y="1971342"/>
            <a:ext cx="1825264" cy="1123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0886DB-DD0C-40BE-227F-F8E7D7416B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53" t="16667" r="10077" b="7143"/>
          <a:stretch>
            <a:fillRect/>
          </a:stretch>
        </p:blipFill>
        <p:spPr>
          <a:xfrm>
            <a:off x="3960628" y="1971341"/>
            <a:ext cx="1813791" cy="11367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7B197D-B315-8D2A-55F3-436B4D7789CE}"/>
              </a:ext>
            </a:extLst>
          </p:cNvPr>
          <p:cNvSpPr txBox="1"/>
          <p:nvPr/>
        </p:nvSpPr>
        <p:spPr>
          <a:xfrm>
            <a:off x="1648048" y="3260651"/>
            <a:ext cx="152399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b="1">
                <a:ea typeface="游ゴシック"/>
                <a:cs typeface="Calibri"/>
              </a:rPr>
              <a:t>かわ</a:t>
            </a:r>
          </a:p>
          <a:p>
            <a:endParaRPr lang="ja-JP" altLang="en-US" sz="2000">
              <a:ea typeface="游ゴシック"/>
              <a:cs typeface="Calibri"/>
            </a:endParaRPr>
          </a:p>
          <a:p>
            <a:r>
              <a:rPr lang="ja-JP" altLang="en-US" sz="2000" b="1">
                <a:ea typeface="游ゴシック"/>
                <a:cs typeface="Calibri"/>
              </a:rPr>
              <a:t>¥350</a:t>
            </a:r>
            <a:r>
              <a:rPr lang="ja-JP" altLang="en-US" sz="1600" b="1">
                <a:ea typeface="游ゴシック"/>
                <a:cs typeface="Calibri"/>
              </a:rPr>
              <a:t>（税込）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0C832F-1278-75FD-E2CC-B3B8BF52EC4D}"/>
              </a:ext>
            </a:extLst>
          </p:cNvPr>
          <p:cNvSpPr txBox="1"/>
          <p:nvPr/>
        </p:nvSpPr>
        <p:spPr>
          <a:xfrm>
            <a:off x="3969488" y="3260650"/>
            <a:ext cx="180753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b="1">
                <a:ea typeface="游ゴシック"/>
                <a:cs typeface="Calibri"/>
              </a:rPr>
              <a:t>レバー</a:t>
            </a:r>
          </a:p>
          <a:p>
            <a:endParaRPr lang="ja-JP" altLang="en-US" sz="2000">
              <a:ea typeface="游ゴシック"/>
              <a:cs typeface="Calibri"/>
            </a:endParaRPr>
          </a:p>
          <a:p>
            <a:r>
              <a:rPr lang="ja-JP" altLang="en-US" sz="2000" b="1">
                <a:ea typeface="游ゴシック"/>
                <a:cs typeface="Calibri"/>
              </a:rPr>
              <a:t>¥350</a:t>
            </a:r>
            <a:r>
              <a:rPr lang="ja-JP" sz="1600" b="1">
                <a:ea typeface="游ゴシック"/>
                <a:cs typeface="Calibri"/>
              </a:rPr>
              <a:t>（税込）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1D9FC9-895A-6E74-5B19-B1D167B3E26C}"/>
              </a:ext>
            </a:extLst>
          </p:cNvPr>
          <p:cNvSpPr txBox="1"/>
          <p:nvPr/>
        </p:nvSpPr>
        <p:spPr>
          <a:xfrm>
            <a:off x="1541719" y="1417674"/>
            <a:ext cx="1364513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100" b="1">
                <a:ea typeface="游ゴシック"/>
                <a:cs typeface="Calibri"/>
              </a:rPr>
              <a:t>おすすめ</a:t>
            </a:r>
            <a:endParaRPr lang="en-US" sz="2100" b="1">
              <a:ea typeface="游ゴシック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CB77E6-58D3-E89F-22BD-F6D0A018C11F}"/>
              </a:ext>
            </a:extLst>
          </p:cNvPr>
          <p:cNvSpPr txBox="1"/>
          <p:nvPr/>
        </p:nvSpPr>
        <p:spPr>
          <a:xfrm>
            <a:off x="1541720" y="4518837"/>
            <a:ext cx="886047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100" b="1">
                <a:ea typeface="游ゴシック"/>
                <a:cs typeface="Calibri"/>
              </a:rPr>
              <a:t>焼鳥</a:t>
            </a:r>
            <a:endParaRPr lang="en-US" sz="2100" b="1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AF7F75-AA2E-1C1A-4551-39C4B09B74A0}"/>
              </a:ext>
            </a:extLst>
          </p:cNvPr>
          <p:cNvSpPr txBox="1"/>
          <p:nvPr/>
        </p:nvSpPr>
        <p:spPr>
          <a:xfrm>
            <a:off x="1648047" y="5174511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2D5E34-8769-666A-CC60-7EA16EF0C574}"/>
              </a:ext>
            </a:extLst>
          </p:cNvPr>
          <p:cNvSpPr txBox="1"/>
          <p:nvPr/>
        </p:nvSpPr>
        <p:spPr>
          <a:xfrm>
            <a:off x="1665768" y="7992139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DB59C1-EDB0-3BFB-B6F9-CDF990EFDB4A}"/>
              </a:ext>
            </a:extLst>
          </p:cNvPr>
          <p:cNvSpPr txBox="1"/>
          <p:nvPr/>
        </p:nvSpPr>
        <p:spPr>
          <a:xfrm>
            <a:off x="1665767" y="9409812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66F6A4-A808-4E67-7C70-CF51016345FC}"/>
              </a:ext>
            </a:extLst>
          </p:cNvPr>
          <p:cNvSpPr txBox="1"/>
          <p:nvPr/>
        </p:nvSpPr>
        <p:spPr>
          <a:xfrm>
            <a:off x="1648047" y="6592185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CAF1-080C-3572-3C0A-E612F78E9014}"/>
              </a:ext>
            </a:extLst>
          </p:cNvPr>
          <p:cNvSpPr txBox="1"/>
          <p:nvPr/>
        </p:nvSpPr>
        <p:spPr>
          <a:xfrm>
            <a:off x="3597348" y="5263116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96FD53-7F9C-62BC-3E64-60C4B101FADF}"/>
              </a:ext>
            </a:extLst>
          </p:cNvPr>
          <p:cNvSpPr txBox="1"/>
          <p:nvPr/>
        </p:nvSpPr>
        <p:spPr>
          <a:xfrm>
            <a:off x="3597348" y="7992139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F6BD70-6BF8-0F9C-20A8-75FD8C63C1E1}"/>
              </a:ext>
            </a:extLst>
          </p:cNvPr>
          <p:cNvSpPr txBox="1"/>
          <p:nvPr/>
        </p:nvSpPr>
        <p:spPr>
          <a:xfrm>
            <a:off x="3597347" y="9409813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92A3C0-E2B0-F49F-79AC-A722EB26ECDF}"/>
              </a:ext>
            </a:extLst>
          </p:cNvPr>
          <p:cNvSpPr txBox="1"/>
          <p:nvPr/>
        </p:nvSpPr>
        <p:spPr>
          <a:xfrm>
            <a:off x="3597348" y="6592186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97B7CD-A9EF-514A-249C-3FA35030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09277" y="206879"/>
            <a:ext cx="1543050" cy="649111"/>
          </a:xfrm>
        </p:spPr>
        <p:txBody>
          <a:bodyPr/>
          <a:lstStyle/>
          <a:p>
            <a:r>
              <a:rPr lang="en-US" sz="3200">
                <a:solidFill>
                  <a:schemeClr val="tx1"/>
                </a:solidFill>
                <a:ea typeface="Calibri"/>
                <a:cs typeface="Calibri"/>
              </a:rPr>
              <a:t>2-2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984746-66AF-4EAA-4854-6CE6547E3D2D}"/>
              </a:ext>
            </a:extLst>
          </p:cNvPr>
          <p:cNvSpPr/>
          <p:nvPr/>
        </p:nvSpPr>
        <p:spPr>
          <a:xfrm>
            <a:off x="643490" y="2892202"/>
            <a:ext cx="5351720" cy="629093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ea typeface="Calibri"/>
              <a:cs typeface="Calibr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A314151-6447-CE7B-5B90-CA2E865F4E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2" t="11594" r="12150" b="5797"/>
          <a:stretch>
            <a:fillRect/>
          </a:stretch>
        </p:blipFill>
        <p:spPr>
          <a:xfrm>
            <a:off x="1489667" y="3587638"/>
            <a:ext cx="3703682" cy="23112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AD21641-28B7-8A45-D69F-D693951229FF}"/>
              </a:ext>
            </a:extLst>
          </p:cNvPr>
          <p:cNvSpPr txBox="1"/>
          <p:nvPr/>
        </p:nvSpPr>
        <p:spPr>
          <a:xfrm>
            <a:off x="1494095" y="6613597"/>
            <a:ext cx="439478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>
                <a:ea typeface="Calibri"/>
                <a:cs typeface="Calibri"/>
              </a:rPr>
              <a:t>⊖ 　1 　⊕</a:t>
            </a:r>
            <a:endParaRPr lang="en-US" sz="6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C56ADF-1047-A78B-DDB4-5FE7C62FE638}"/>
              </a:ext>
            </a:extLst>
          </p:cNvPr>
          <p:cNvSpPr/>
          <p:nvPr/>
        </p:nvSpPr>
        <p:spPr>
          <a:xfrm>
            <a:off x="3691491" y="8066715"/>
            <a:ext cx="1789813" cy="7797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2800" b="1">
                <a:solidFill>
                  <a:schemeClr val="tx1"/>
                </a:solidFill>
                <a:ea typeface="Calibri"/>
                <a:cs typeface="Calibri"/>
              </a:rPr>
              <a:t>確定</a:t>
            </a:r>
            <a:endParaRPr lang="en-US" sz="2800" b="1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8D923-AB7B-258B-84B9-A4BC3143FD4E}"/>
              </a:ext>
            </a:extLst>
          </p:cNvPr>
          <p:cNvSpPr txBox="1"/>
          <p:nvPr/>
        </p:nvSpPr>
        <p:spPr>
          <a:xfrm>
            <a:off x="1477530" y="6081971"/>
            <a:ext cx="382926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>
                <a:ea typeface="游ゴシック"/>
                <a:cs typeface="Calibri"/>
              </a:rPr>
              <a:t>個数を選択して下さい</a:t>
            </a:r>
            <a:endParaRPr lang="en-US" sz="2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C5B620-FFC2-9A86-53A4-681771CEFD19}"/>
              </a:ext>
            </a:extLst>
          </p:cNvPr>
          <p:cNvSpPr/>
          <p:nvPr/>
        </p:nvSpPr>
        <p:spPr>
          <a:xfrm>
            <a:off x="1370049" y="8066715"/>
            <a:ext cx="1789813" cy="7797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2800" b="1">
                <a:solidFill>
                  <a:schemeClr val="tx1"/>
                </a:solidFill>
                <a:ea typeface="Calibri"/>
                <a:cs typeface="Calibri"/>
              </a:rPr>
              <a:t>戻る</a:t>
            </a:r>
          </a:p>
        </p:txBody>
      </p:sp>
    </p:spTree>
    <p:extLst>
      <p:ext uri="{BB962C8B-B14F-4D97-AF65-F5344CB8AC3E}">
        <p14:creationId xmlns:p14="http://schemas.microsoft.com/office/powerpoint/2010/main" val="22291929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2FB78-3879-AB4B-545C-D894990EF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B5BFD6-6D6B-3584-2048-F91BF61259EF}"/>
              </a:ext>
            </a:extLst>
          </p:cNvPr>
          <p:cNvGraphicFramePr>
            <a:graphicFrameLocks noGrp="1"/>
          </p:cNvGraphicFramePr>
          <p:nvPr/>
        </p:nvGraphicFramePr>
        <p:xfrm>
          <a:off x="0" y="1150752"/>
          <a:ext cx="1366267" cy="11441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267">
                  <a:extLst>
                    <a:ext uri="{9D8B030D-6E8A-4147-A177-3AD203B41FA5}">
                      <a16:colId xmlns:a16="http://schemas.microsoft.com/office/drawing/2014/main" val="345703299"/>
                    </a:ext>
                  </a:extLst>
                </a:gridCol>
              </a:tblGrid>
              <a:tr h="73199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>
                          <a:solidFill>
                            <a:schemeClr val="tx1"/>
                          </a:solidFill>
                        </a:rPr>
                        <a:t>おすすめ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350153"/>
                  </a:ext>
                </a:extLst>
              </a:tr>
              <a:tr h="7319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solidFill>
                            <a:schemeClr val="tx1"/>
                          </a:solidFill>
                        </a:rPr>
                        <a:t>スピード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b="1">
                          <a:solidFill>
                            <a:schemeClr val="tx1"/>
                          </a:solidFill>
                        </a:rPr>
                        <a:t>メニュー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892490"/>
                  </a:ext>
                </a:extLst>
              </a:tr>
              <a:tr h="795866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/>
                        <a:t>焼鳥</a:t>
                      </a:r>
                      <a:endParaRPr lang="en-US" altLang="ja-JP" b="1"/>
                    </a:p>
                    <a:p>
                      <a:pPr lvl="0" algn="ctr">
                        <a:buNone/>
                      </a:pPr>
                      <a:r>
                        <a:rPr lang="ja-JP" altLang="en-US" b="1"/>
                        <a:t>   (たれ）</a:t>
                      </a:r>
                      <a:endParaRPr lang="en-US" b="1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35447"/>
                  </a:ext>
                </a:extLst>
              </a:tr>
              <a:tr h="7450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焼鳥</a:t>
                      </a:r>
                      <a:endParaRPr lang="en-US" altLang="ja-JP" sz="1800" b="1" i="0" u="none" strike="noStrike" noProof="0">
                        <a:solidFill>
                          <a:srgbClr val="000000"/>
                        </a:solidFill>
                        <a:latin typeface="游ゴシック"/>
                        <a:ea typeface="Meiryo UI"/>
                      </a:endParaRPr>
                    </a:p>
                    <a:p>
                      <a:pPr lvl="0" algn="ctr">
                        <a:buNone/>
                      </a:pP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 </a:t>
                      </a: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塩</a:t>
                      </a: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）</a:t>
                      </a:r>
                      <a:endParaRPr lang="en-US" altLang="ja-JP" sz="1800" b="1" i="0" u="none" strike="noStrike" noProof="0">
                        <a:solidFill>
                          <a:srgbClr val="000000"/>
                        </a:solidFill>
                        <a:latin typeface="游ゴシック"/>
                        <a:ea typeface="Meiryo UI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535084"/>
                  </a:ext>
                </a:extLst>
              </a:tr>
              <a:tr h="678431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/>
                        <a:t>一品</a:t>
                      </a:r>
                      <a:endParaRPr lang="en-US" b="1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398504"/>
                  </a:ext>
                </a:extLst>
              </a:tr>
              <a:tr h="7676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游ゴシック"/>
                        </a:rPr>
                        <a:t>デザート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469973"/>
                  </a:ext>
                </a:extLst>
              </a:tr>
              <a:tr h="6784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シメ</a:t>
                      </a:r>
                      <a:endParaRPr lang="en-US" b="1">
                        <a:latin typeface="游ゴシック"/>
                        <a:ea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895089"/>
                  </a:ext>
                </a:extLst>
              </a:tr>
              <a:tr h="7958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b="1" err="1">
                          <a:latin typeface="游ゴシック"/>
                        </a:rPr>
                        <a:t>ソフト</a:t>
                      </a:r>
                      <a:endParaRPr lang="en-US" b="1"/>
                    </a:p>
                    <a:p>
                      <a:pPr lvl="0" algn="ctr">
                        <a:buNone/>
                      </a:pPr>
                      <a:r>
                        <a:rPr lang="en-US" altLang="ja-JP" b="1" err="1">
                          <a:latin typeface="游ゴシック"/>
                        </a:rPr>
                        <a:t>ドリンク</a:t>
                      </a:r>
                      <a:endParaRPr lang="en-US" altLang="ja-JP" b="1">
                        <a:latin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423202"/>
                  </a:ext>
                </a:extLst>
              </a:tr>
              <a:tr h="795866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アルコール</a:t>
                      </a:r>
                      <a:endParaRPr lang="en-US" b="1">
                        <a:latin typeface="游ゴシック"/>
                        <a:ea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410357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その他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サービス品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97907"/>
                  </a:ext>
                </a:extLst>
              </a:tr>
              <a:tr h="38563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ja-JP" altLang="en-US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07338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BEAF21-52DC-FE25-45C0-A708F35E0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497602"/>
              </p:ext>
            </p:extLst>
          </p:nvPr>
        </p:nvGraphicFramePr>
        <p:xfrm>
          <a:off x="-9408" y="11127636"/>
          <a:ext cx="6880754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3585">
                  <a:extLst>
                    <a:ext uri="{9D8B030D-6E8A-4147-A177-3AD203B41FA5}">
                      <a16:colId xmlns:a16="http://schemas.microsoft.com/office/drawing/2014/main" val="1106147537"/>
                    </a:ext>
                  </a:extLst>
                </a:gridCol>
                <a:gridCol w="2376714">
                  <a:extLst>
                    <a:ext uri="{9D8B030D-6E8A-4147-A177-3AD203B41FA5}">
                      <a16:colId xmlns:a16="http://schemas.microsoft.com/office/drawing/2014/main" val="1939275667"/>
                    </a:ext>
                  </a:extLst>
                </a:gridCol>
                <a:gridCol w="2210455">
                  <a:extLst>
                    <a:ext uri="{9D8B030D-6E8A-4147-A177-3AD203B41FA5}">
                      <a16:colId xmlns:a16="http://schemas.microsoft.com/office/drawing/2014/main" val="192534418"/>
                    </a:ext>
                  </a:extLst>
                </a:gridCol>
              </a:tblGrid>
              <a:tr h="104770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呼び出し・会計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>
                          <a:solidFill>
                            <a:schemeClr val="tx1"/>
                          </a:solidFill>
                        </a:rPr>
                        <a:t>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注文履歴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>
                          <a:solidFill>
                            <a:schemeClr val="tx1"/>
                          </a:solidFill>
                        </a:rPr>
                        <a:t>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カートを確認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 b="0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游ゴシック"/>
                        </a:rPr>
                        <a:t>🛒</a:t>
                      </a:r>
                      <a:endParaRPr lang="ja-JP" sz="4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19475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87D40B2-FE50-ECE6-7A24-23989072A7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2" t="11594" r="12150" b="5797"/>
          <a:stretch>
            <a:fillRect/>
          </a:stretch>
        </p:blipFill>
        <p:spPr>
          <a:xfrm>
            <a:off x="1643617" y="1971342"/>
            <a:ext cx="1825264" cy="1123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D81597-9CC9-599C-0AF9-2A82D754A0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53" t="16667" r="10077" b="7143"/>
          <a:stretch>
            <a:fillRect/>
          </a:stretch>
        </p:blipFill>
        <p:spPr>
          <a:xfrm>
            <a:off x="3960628" y="1971341"/>
            <a:ext cx="1813791" cy="11367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D18D72-19BB-8B3D-9DB1-C972AB932836}"/>
              </a:ext>
            </a:extLst>
          </p:cNvPr>
          <p:cNvSpPr txBox="1"/>
          <p:nvPr/>
        </p:nvSpPr>
        <p:spPr>
          <a:xfrm>
            <a:off x="1648048" y="3260651"/>
            <a:ext cx="152399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b="1">
                <a:ea typeface="游ゴシック"/>
                <a:cs typeface="Calibri"/>
              </a:rPr>
              <a:t>かわ</a:t>
            </a:r>
          </a:p>
          <a:p>
            <a:endParaRPr lang="ja-JP" altLang="en-US" sz="2000">
              <a:ea typeface="游ゴシック"/>
              <a:cs typeface="Calibri"/>
            </a:endParaRPr>
          </a:p>
          <a:p>
            <a:r>
              <a:rPr lang="ja-JP" altLang="en-US" sz="2000" b="1">
                <a:ea typeface="游ゴシック"/>
                <a:cs typeface="Calibri"/>
              </a:rPr>
              <a:t>¥350</a:t>
            </a:r>
            <a:r>
              <a:rPr lang="ja-JP" altLang="en-US" sz="1600" b="1">
                <a:ea typeface="游ゴシック"/>
                <a:cs typeface="Calibri"/>
              </a:rPr>
              <a:t>（税込）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4B7159-72DE-104E-2220-0CD169C42D6D}"/>
              </a:ext>
            </a:extLst>
          </p:cNvPr>
          <p:cNvSpPr txBox="1"/>
          <p:nvPr/>
        </p:nvSpPr>
        <p:spPr>
          <a:xfrm>
            <a:off x="3969488" y="3260650"/>
            <a:ext cx="180753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b="1">
                <a:ea typeface="游ゴシック"/>
                <a:cs typeface="Calibri"/>
              </a:rPr>
              <a:t>レバー</a:t>
            </a:r>
          </a:p>
          <a:p>
            <a:endParaRPr lang="ja-JP" altLang="en-US" sz="2000">
              <a:ea typeface="游ゴシック"/>
              <a:cs typeface="Calibri"/>
            </a:endParaRPr>
          </a:p>
          <a:p>
            <a:r>
              <a:rPr lang="ja-JP" altLang="en-US" sz="2000" b="1">
                <a:ea typeface="游ゴシック"/>
                <a:cs typeface="Calibri"/>
              </a:rPr>
              <a:t>¥350</a:t>
            </a:r>
            <a:r>
              <a:rPr lang="ja-JP" sz="1600" b="1">
                <a:ea typeface="游ゴシック"/>
                <a:cs typeface="Calibri"/>
              </a:rPr>
              <a:t>（税込）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8CC2B-072D-DF45-E46C-2F8ED81CE0E1}"/>
              </a:ext>
            </a:extLst>
          </p:cNvPr>
          <p:cNvSpPr txBox="1"/>
          <p:nvPr/>
        </p:nvSpPr>
        <p:spPr>
          <a:xfrm>
            <a:off x="1541719" y="1417674"/>
            <a:ext cx="1364513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100" b="1">
                <a:ea typeface="游ゴシック"/>
                <a:cs typeface="Calibri"/>
              </a:rPr>
              <a:t>おすすめ</a:t>
            </a:r>
            <a:endParaRPr lang="en-US" sz="2100" b="1">
              <a:ea typeface="游ゴシック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CBE053-1269-2CC7-274A-49EA8081A334}"/>
              </a:ext>
            </a:extLst>
          </p:cNvPr>
          <p:cNvSpPr txBox="1"/>
          <p:nvPr/>
        </p:nvSpPr>
        <p:spPr>
          <a:xfrm>
            <a:off x="1541720" y="4518837"/>
            <a:ext cx="886047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100" b="1">
                <a:ea typeface="游ゴシック"/>
                <a:cs typeface="Calibri"/>
              </a:rPr>
              <a:t>焼鳥</a:t>
            </a:r>
            <a:endParaRPr lang="en-US" sz="2100" b="1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D2B7D0-1887-35D5-FA91-76731422C3B9}"/>
              </a:ext>
            </a:extLst>
          </p:cNvPr>
          <p:cNvSpPr txBox="1"/>
          <p:nvPr/>
        </p:nvSpPr>
        <p:spPr>
          <a:xfrm>
            <a:off x="1648047" y="5174511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324F9A-507B-6FAA-F83E-CCB4A8FBA45A}"/>
              </a:ext>
            </a:extLst>
          </p:cNvPr>
          <p:cNvSpPr txBox="1"/>
          <p:nvPr/>
        </p:nvSpPr>
        <p:spPr>
          <a:xfrm>
            <a:off x="1665768" y="7992139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18BE8F-D900-B794-FBC9-DB632AEB5D8B}"/>
              </a:ext>
            </a:extLst>
          </p:cNvPr>
          <p:cNvSpPr txBox="1"/>
          <p:nvPr/>
        </p:nvSpPr>
        <p:spPr>
          <a:xfrm>
            <a:off x="1665767" y="9409812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5DCD1F-B985-96F8-D6C0-342BDCAC9DE2}"/>
              </a:ext>
            </a:extLst>
          </p:cNvPr>
          <p:cNvSpPr txBox="1"/>
          <p:nvPr/>
        </p:nvSpPr>
        <p:spPr>
          <a:xfrm>
            <a:off x="1648047" y="6592185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6EE295-7A62-E4D8-A5B6-56ABD5B08FFD}"/>
              </a:ext>
            </a:extLst>
          </p:cNvPr>
          <p:cNvSpPr txBox="1"/>
          <p:nvPr/>
        </p:nvSpPr>
        <p:spPr>
          <a:xfrm>
            <a:off x="3597348" y="5263116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5F9471-3454-15A4-A40A-79AB8BFCAEFE}"/>
              </a:ext>
            </a:extLst>
          </p:cNvPr>
          <p:cNvSpPr txBox="1"/>
          <p:nvPr/>
        </p:nvSpPr>
        <p:spPr>
          <a:xfrm>
            <a:off x="3597348" y="7992139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373AEE-86D7-3082-ECCB-40FBA68C6DA9}"/>
              </a:ext>
            </a:extLst>
          </p:cNvPr>
          <p:cNvSpPr txBox="1"/>
          <p:nvPr/>
        </p:nvSpPr>
        <p:spPr>
          <a:xfrm>
            <a:off x="3597347" y="9409813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5936A9-DBD5-14AE-1B46-F7640B177874}"/>
              </a:ext>
            </a:extLst>
          </p:cNvPr>
          <p:cNvSpPr txBox="1"/>
          <p:nvPr/>
        </p:nvSpPr>
        <p:spPr>
          <a:xfrm>
            <a:off x="3597348" y="6592186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ABDB9F-371A-B3A7-EF99-D9CE30FA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6998" y="242320"/>
            <a:ext cx="1543050" cy="649111"/>
          </a:xfrm>
        </p:spPr>
        <p:txBody>
          <a:bodyPr/>
          <a:lstStyle/>
          <a:p>
            <a:r>
              <a:rPr lang="en-US" sz="3200">
                <a:solidFill>
                  <a:schemeClr val="tx1"/>
                </a:solidFill>
                <a:ea typeface="Calibri"/>
                <a:cs typeface="Calibri"/>
              </a:rPr>
              <a:t>2-3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94301A8-CCCB-A424-32CE-059840F98244}"/>
              </a:ext>
            </a:extLst>
          </p:cNvPr>
          <p:cNvSpPr/>
          <p:nvPr/>
        </p:nvSpPr>
        <p:spPr>
          <a:xfrm>
            <a:off x="2414015" y="1144997"/>
            <a:ext cx="4436961" cy="10145535"/>
          </a:xfrm>
          <a:prstGeom prst="rect">
            <a:avLst/>
          </a:prstGeom>
          <a:solidFill>
            <a:srgbClr val="F5F5F5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DAEC36-9D6B-C99C-576F-EDFE6BB4DA16}"/>
              </a:ext>
            </a:extLst>
          </p:cNvPr>
          <p:cNvSpPr txBox="1"/>
          <p:nvPr/>
        </p:nvSpPr>
        <p:spPr>
          <a:xfrm>
            <a:off x="2768400" y="7326523"/>
            <a:ext cx="235409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鶏の唐揚げ</a:t>
            </a:r>
            <a:endParaRPr lang="en-US" sz="2400" b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45AE6E-847E-0645-3DA7-1D2919FCC9FE}"/>
              </a:ext>
            </a:extLst>
          </p:cNvPr>
          <p:cNvSpPr txBox="1"/>
          <p:nvPr/>
        </p:nvSpPr>
        <p:spPr>
          <a:xfrm>
            <a:off x="2768399" y="2629569"/>
            <a:ext cx="28485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フライドポテト</a:t>
            </a:r>
            <a:endParaRPr lang="en-US" sz="2400" b="1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4DF006-412D-E61F-DEB6-91B93121E5CA}"/>
              </a:ext>
            </a:extLst>
          </p:cNvPr>
          <p:cNvSpPr txBox="1"/>
          <p:nvPr/>
        </p:nvSpPr>
        <p:spPr>
          <a:xfrm>
            <a:off x="2774727" y="6417562"/>
            <a:ext cx="296030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だし巻き</a:t>
            </a:r>
            <a:endParaRPr lang="en-US" sz="2400" b="1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6CA38EC-447C-7F0B-1B62-B47F95EBD693}"/>
              </a:ext>
            </a:extLst>
          </p:cNvPr>
          <p:cNvSpPr txBox="1"/>
          <p:nvPr/>
        </p:nvSpPr>
        <p:spPr>
          <a:xfrm>
            <a:off x="2702058" y="8268460"/>
            <a:ext cx="295575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タコのから揚げ</a:t>
            </a:r>
            <a:endParaRPr lang="en-US" sz="2400" b="1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50C5C5-571A-54F7-C8D0-D05FD95EBC49}"/>
              </a:ext>
            </a:extLst>
          </p:cNvPr>
          <p:cNvSpPr txBox="1"/>
          <p:nvPr/>
        </p:nvSpPr>
        <p:spPr>
          <a:xfrm>
            <a:off x="2774370" y="3588837"/>
            <a:ext cx="25370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ポテトサラダ</a:t>
            </a:r>
            <a:endParaRPr lang="en-US" sz="2400" b="1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068CB1-0D0B-7B75-B920-4D7EA9DF3E70}"/>
              </a:ext>
            </a:extLst>
          </p:cNvPr>
          <p:cNvSpPr txBox="1"/>
          <p:nvPr/>
        </p:nvSpPr>
        <p:spPr>
          <a:xfrm>
            <a:off x="2756650" y="4506235"/>
            <a:ext cx="35446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キャベツの塩だれ</a:t>
            </a:r>
            <a:endParaRPr lang="en-US" sz="2400" b="1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D46D644-9820-CF58-9730-7EAC17CB8DB2}"/>
              </a:ext>
            </a:extLst>
          </p:cNvPr>
          <p:cNvSpPr txBox="1"/>
          <p:nvPr/>
        </p:nvSpPr>
        <p:spPr>
          <a:xfrm>
            <a:off x="2774370" y="5507046"/>
            <a:ext cx="368848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きゅうりの一本漬け</a:t>
            </a:r>
            <a:endParaRPr lang="en-US" sz="2400" b="1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F8C207-CB8D-6506-BA14-F463A0D47539}"/>
              </a:ext>
            </a:extLst>
          </p:cNvPr>
          <p:cNvSpPr txBox="1"/>
          <p:nvPr/>
        </p:nvSpPr>
        <p:spPr>
          <a:xfrm>
            <a:off x="5695271" y="3576892"/>
            <a:ext cx="32202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⊖ 1 ⊕</a:t>
            </a:r>
            <a:endParaRPr lang="en-US" sz="24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44D3D60-5EA7-E81C-AE8A-89709B279E3E}"/>
              </a:ext>
            </a:extLst>
          </p:cNvPr>
          <p:cNvSpPr txBox="1"/>
          <p:nvPr/>
        </p:nvSpPr>
        <p:spPr>
          <a:xfrm>
            <a:off x="5695270" y="4516101"/>
            <a:ext cx="32202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⊖ 1 ⊕</a:t>
            </a:r>
            <a:endParaRPr lang="en-US" sz="24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1118C0B-FE33-DD8C-44D5-072B6767EB83}"/>
              </a:ext>
            </a:extLst>
          </p:cNvPr>
          <p:cNvSpPr txBox="1"/>
          <p:nvPr/>
        </p:nvSpPr>
        <p:spPr>
          <a:xfrm>
            <a:off x="5748434" y="5455311"/>
            <a:ext cx="32202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⊖ 1 ⊕</a:t>
            </a:r>
            <a:endParaRPr lang="en-US" sz="240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FA49313-BB32-7961-8586-725B6817F0E4}"/>
              </a:ext>
            </a:extLst>
          </p:cNvPr>
          <p:cNvSpPr txBox="1"/>
          <p:nvPr/>
        </p:nvSpPr>
        <p:spPr>
          <a:xfrm>
            <a:off x="5748433" y="6323636"/>
            <a:ext cx="32202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⊖ 1 ⊕</a:t>
            </a:r>
            <a:endParaRPr lang="en-US" sz="240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D8178AB-34DC-3966-811A-B639C6DC26C0}"/>
              </a:ext>
            </a:extLst>
          </p:cNvPr>
          <p:cNvSpPr/>
          <p:nvPr/>
        </p:nvSpPr>
        <p:spPr>
          <a:xfrm>
            <a:off x="4705626" y="9252332"/>
            <a:ext cx="1818895" cy="76245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>
                <a:solidFill>
                  <a:schemeClr val="tx1"/>
                </a:solidFill>
                <a:ea typeface="Calibri"/>
                <a:cs typeface="Calibri"/>
              </a:rPr>
              <a:t>注文確定</a:t>
            </a:r>
            <a:endParaRPr lang="en-US" sz="28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CB64B67-13A0-38A6-35B8-10E891203A56}"/>
              </a:ext>
            </a:extLst>
          </p:cNvPr>
          <p:cNvSpPr txBox="1"/>
          <p:nvPr/>
        </p:nvSpPr>
        <p:spPr>
          <a:xfrm>
            <a:off x="5748433" y="2633041"/>
            <a:ext cx="32202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⊖ 1 ⊕</a:t>
            </a:r>
            <a:endParaRPr lang="en-US" sz="24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C25EBFE-DD59-8B3B-3A9C-EE7274492D52}"/>
              </a:ext>
            </a:extLst>
          </p:cNvPr>
          <p:cNvSpPr txBox="1"/>
          <p:nvPr/>
        </p:nvSpPr>
        <p:spPr>
          <a:xfrm>
            <a:off x="3581366" y="1369492"/>
            <a:ext cx="22540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 b="1">
                <a:ea typeface="游ゴシック"/>
                <a:cs typeface="Calibri"/>
              </a:rPr>
              <a:t>カート一覧</a:t>
            </a:r>
            <a:endParaRPr lang="en-US" sz="3200" b="1">
              <a:ea typeface="Calibri"/>
              <a:cs typeface="Calibri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92F2D40-6D3E-6570-92F4-E775C14D0C1A}"/>
              </a:ext>
            </a:extLst>
          </p:cNvPr>
          <p:cNvSpPr/>
          <p:nvPr/>
        </p:nvSpPr>
        <p:spPr>
          <a:xfrm>
            <a:off x="2649998" y="9234611"/>
            <a:ext cx="1818895" cy="76245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2800">
                <a:solidFill>
                  <a:schemeClr val="tx1"/>
                </a:solidFill>
                <a:ea typeface="Calibri"/>
                <a:cs typeface="Calibri"/>
              </a:rPr>
              <a:t>閉じる</a:t>
            </a:r>
          </a:p>
        </p:txBody>
      </p:sp>
    </p:spTree>
    <p:extLst>
      <p:ext uri="{BB962C8B-B14F-4D97-AF65-F5344CB8AC3E}">
        <p14:creationId xmlns:p14="http://schemas.microsoft.com/office/powerpoint/2010/main" val="12656509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EDB7A-DF82-E873-7B18-40906E114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2ADF27-0491-B4C8-32E0-ECBCBEC4C350}"/>
              </a:ext>
            </a:extLst>
          </p:cNvPr>
          <p:cNvGraphicFramePr>
            <a:graphicFrameLocks noGrp="1"/>
          </p:cNvGraphicFramePr>
          <p:nvPr/>
        </p:nvGraphicFramePr>
        <p:xfrm>
          <a:off x="0" y="1150752"/>
          <a:ext cx="1366267" cy="11441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267">
                  <a:extLst>
                    <a:ext uri="{9D8B030D-6E8A-4147-A177-3AD203B41FA5}">
                      <a16:colId xmlns:a16="http://schemas.microsoft.com/office/drawing/2014/main" val="345703299"/>
                    </a:ext>
                  </a:extLst>
                </a:gridCol>
              </a:tblGrid>
              <a:tr h="73199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>
                          <a:solidFill>
                            <a:schemeClr val="tx1"/>
                          </a:solidFill>
                        </a:rPr>
                        <a:t>おすすめ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350153"/>
                  </a:ext>
                </a:extLst>
              </a:tr>
              <a:tr h="7319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solidFill>
                            <a:schemeClr val="tx1"/>
                          </a:solidFill>
                        </a:rPr>
                        <a:t>スピード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b="1">
                          <a:solidFill>
                            <a:schemeClr val="tx1"/>
                          </a:solidFill>
                        </a:rPr>
                        <a:t>メニュー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892490"/>
                  </a:ext>
                </a:extLst>
              </a:tr>
              <a:tr h="795866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/>
                        <a:t>焼鳥</a:t>
                      </a:r>
                      <a:endParaRPr lang="en-US" altLang="ja-JP" b="1"/>
                    </a:p>
                    <a:p>
                      <a:pPr lvl="0" algn="ctr">
                        <a:buNone/>
                      </a:pPr>
                      <a:r>
                        <a:rPr lang="ja-JP" altLang="en-US" b="1"/>
                        <a:t>   (たれ）</a:t>
                      </a:r>
                      <a:endParaRPr lang="en-US" b="1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35447"/>
                  </a:ext>
                </a:extLst>
              </a:tr>
              <a:tr h="7450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焼鳥</a:t>
                      </a:r>
                      <a:endParaRPr lang="en-US" altLang="ja-JP" sz="1800" b="1" i="0" u="none" strike="noStrike" noProof="0">
                        <a:solidFill>
                          <a:srgbClr val="000000"/>
                        </a:solidFill>
                        <a:latin typeface="游ゴシック"/>
                        <a:ea typeface="Meiryo UI"/>
                      </a:endParaRPr>
                    </a:p>
                    <a:p>
                      <a:pPr lvl="0" algn="ctr">
                        <a:buNone/>
                      </a:pP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 </a:t>
                      </a: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塩</a:t>
                      </a: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）</a:t>
                      </a:r>
                      <a:endParaRPr lang="en-US" altLang="ja-JP" sz="1800" b="1" i="0" u="none" strike="noStrike" noProof="0">
                        <a:solidFill>
                          <a:srgbClr val="000000"/>
                        </a:solidFill>
                        <a:latin typeface="游ゴシック"/>
                        <a:ea typeface="Meiryo UI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535084"/>
                  </a:ext>
                </a:extLst>
              </a:tr>
              <a:tr h="678431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/>
                        <a:t>一品</a:t>
                      </a:r>
                      <a:endParaRPr lang="en-US" b="1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398504"/>
                  </a:ext>
                </a:extLst>
              </a:tr>
              <a:tr h="7676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游ゴシック"/>
                        </a:rPr>
                        <a:t>デザート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469973"/>
                  </a:ext>
                </a:extLst>
              </a:tr>
              <a:tr h="6784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シメ</a:t>
                      </a:r>
                      <a:endParaRPr lang="en-US" b="1">
                        <a:latin typeface="游ゴシック"/>
                        <a:ea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895089"/>
                  </a:ext>
                </a:extLst>
              </a:tr>
              <a:tr h="7958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b="1" err="1">
                          <a:latin typeface="游ゴシック"/>
                        </a:rPr>
                        <a:t>ソフト</a:t>
                      </a:r>
                      <a:endParaRPr lang="en-US" b="1"/>
                    </a:p>
                    <a:p>
                      <a:pPr lvl="0" algn="ctr">
                        <a:buNone/>
                      </a:pPr>
                      <a:r>
                        <a:rPr lang="en-US" altLang="ja-JP" b="1" err="1">
                          <a:latin typeface="游ゴシック"/>
                        </a:rPr>
                        <a:t>ドリンク</a:t>
                      </a:r>
                      <a:endParaRPr lang="en-US" altLang="ja-JP" b="1">
                        <a:latin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423202"/>
                  </a:ext>
                </a:extLst>
              </a:tr>
              <a:tr h="795866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アルコール</a:t>
                      </a:r>
                      <a:endParaRPr lang="en-US" b="1">
                        <a:latin typeface="游ゴシック"/>
                        <a:ea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410357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その他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サービス品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97907"/>
                  </a:ext>
                </a:extLst>
              </a:tr>
              <a:tr h="38563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ja-JP" altLang="en-US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07338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67A0AF-4FE8-BE92-1C62-023C2B530F46}"/>
              </a:ext>
            </a:extLst>
          </p:cNvPr>
          <p:cNvGraphicFramePr>
            <a:graphicFrameLocks noGrp="1"/>
          </p:cNvGraphicFramePr>
          <p:nvPr/>
        </p:nvGraphicFramePr>
        <p:xfrm>
          <a:off x="-9408" y="11127636"/>
          <a:ext cx="6880754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3585">
                  <a:extLst>
                    <a:ext uri="{9D8B030D-6E8A-4147-A177-3AD203B41FA5}">
                      <a16:colId xmlns:a16="http://schemas.microsoft.com/office/drawing/2014/main" val="1106147537"/>
                    </a:ext>
                  </a:extLst>
                </a:gridCol>
                <a:gridCol w="2376714">
                  <a:extLst>
                    <a:ext uri="{9D8B030D-6E8A-4147-A177-3AD203B41FA5}">
                      <a16:colId xmlns:a16="http://schemas.microsoft.com/office/drawing/2014/main" val="1939275667"/>
                    </a:ext>
                  </a:extLst>
                </a:gridCol>
                <a:gridCol w="2210455">
                  <a:extLst>
                    <a:ext uri="{9D8B030D-6E8A-4147-A177-3AD203B41FA5}">
                      <a16:colId xmlns:a16="http://schemas.microsoft.com/office/drawing/2014/main" val="192534418"/>
                    </a:ext>
                  </a:extLst>
                </a:gridCol>
              </a:tblGrid>
              <a:tr h="104770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呼び出し・会計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>
                          <a:solidFill>
                            <a:schemeClr val="tx1"/>
                          </a:solidFill>
                        </a:rPr>
                        <a:t>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注文履歴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>
                          <a:solidFill>
                            <a:schemeClr val="tx1"/>
                          </a:solidFill>
                        </a:rPr>
                        <a:t>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カートを確認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 b="0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游ゴシック"/>
                        </a:rPr>
                        <a:t>🛒</a:t>
                      </a:r>
                      <a:endParaRPr lang="ja-JP" sz="4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19475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9300FDA-DBBD-C2A1-9EC3-6863D3222B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42" t="11594" r="12150" b="5797"/>
          <a:stretch>
            <a:fillRect/>
          </a:stretch>
        </p:blipFill>
        <p:spPr>
          <a:xfrm>
            <a:off x="1643617" y="1971342"/>
            <a:ext cx="1825264" cy="1123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20667C-5FC8-A324-CE8E-63C11E2BEA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53" t="16667" r="10077" b="7143"/>
          <a:stretch>
            <a:fillRect/>
          </a:stretch>
        </p:blipFill>
        <p:spPr>
          <a:xfrm>
            <a:off x="3960628" y="1971341"/>
            <a:ext cx="1813791" cy="11367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06C47B-2F0C-99A0-3C4C-7CC97F1F3428}"/>
              </a:ext>
            </a:extLst>
          </p:cNvPr>
          <p:cNvSpPr txBox="1"/>
          <p:nvPr/>
        </p:nvSpPr>
        <p:spPr>
          <a:xfrm>
            <a:off x="1648048" y="3260651"/>
            <a:ext cx="152399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b="1">
                <a:ea typeface="游ゴシック"/>
                <a:cs typeface="Calibri"/>
              </a:rPr>
              <a:t>かわ</a:t>
            </a:r>
          </a:p>
          <a:p>
            <a:endParaRPr lang="ja-JP" altLang="en-US" sz="2000">
              <a:ea typeface="游ゴシック"/>
              <a:cs typeface="Calibri"/>
            </a:endParaRPr>
          </a:p>
          <a:p>
            <a:r>
              <a:rPr lang="ja-JP" altLang="en-US" sz="2000" b="1">
                <a:ea typeface="游ゴシック"/>
                <a:cs typeface="Calibri"/>
              </a:rPr>
              <a:t>¥350</a:t>
            </a:r>
            <a:r>
              <a:rPr lang="ja-JP" altLang="en-US" sz="1600" b="1">
                <a:ea typeface="游ゴシック"/>
                <a:cs typeface="Calibri"/>
              </a:rPr>
              <a:t>（税込）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A67DC4-CFC9-8B9E-CAD1-C227378D5CBD}"/>
              </a:ext>
            </a:extLst>
          </p:cNvPr>
          <p:cNvSpPr txBox="1"/>
          <p:nvPr/>
        </p:nvSpPr>
        <p:spPr>
          <a:xfrm>
            <a:off x="3969488" y="3260650"/>
            <a:ext cx="180753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b="1">
                <a:ea typeface="游ゴシック"/>
                <a:cs typeface="Calibri"/>
              </a:rPr>
              <a:t>レバー</a:t>
            </a:r>
          </a:p>
          <a:p>
            <a:endParaRPr lang="ja-JP" altLang="en-US" sz="2000">
              <a:ea typeface="游ゴシック"/>
              <a:cs typeface="Calibri"/>
            </a:endParaRPr>
          </a:p>
          <a:p>
            <a:r>
              <a:rPr lang="ja-JP" altLang="en-US" sz="2000" b="1">
                <a:ea typeface="游ゴシック"/>
                <a:cs typeface="Calibri"/>
              </a:rPr>
              <a:t>¥350</a:t>
            </a:r>
            <a:r>
              <a:rPr lang="ja-JP" sz="1600" b="1">
                <a:ea typeface="游ゴシック"/>
                <a:cs typeface="Calibri"/>
              </a:rPr>
              <a:t>（税込）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2DFBFF-30B2-D1D0-28D8-133ADFCF5279}"/>
              </a:ext>
            </a:extLst>
          </p:cNvPr>
          <p:cNvSpPr txBox="1"/>
          <p:nvPr/>
        </p:nvSpPr>
        <p:spPr>
          <a:xfrm>
            <a:off x="1541719" y="1417674"/>
            <a:ext cx="1364513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100" b="1">
                <a:ea typeface="游ゴシック"/>
                <a:cs typeface="Calibri"/>
              </a:rPr>
              <a:t>おすすめ</a:t>
            </a:r>
            <a:endParaRPr lang="en-US" sz="2100" b="1">
              <a:ea typeface="游ゴシック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DF01D3-6003-7D57-6F96-DAC548F85AA5}"/>
              </a:ext>
            </a:extLst>
          </p:cNvPr>
          <p:cNvSpPr txBox="1"/>
          <p:nvPr/>
        </p:nvSpPr>
        <p:spPr>
          <a:xfrm>
            <a:off x="1541720" y="4518837"/>
            <a:ext cx="886047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100" b="1">
                <a:ea typeface="游ゴシック"/>
                <a:cs typeface="Calibri"/>
              </a:rPr>
              <a:t>焼鳥</a:t>
            </a:r>
            <a:endParaRPr lang="en-US" sz="2100" b="1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89682E-CB55-2753-8B8E-267FE23299F6}"/>
              </a:ext>
            </a:extLst>
          </p:cNvPr>
          <p:cNvSpPr txBox="1"/>
          <p:nvPr/>
        </p:nvSpPr>
        <p:spPr>
          <a:xfrm>
            <a:off x="1648047" y="5174511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D8913F-31DA-96BF-A2E3-7BA05874D26E}"/>
              </a:ext>
            </a:extLst>
          </p:cNvPr>
          <p:cNvSpPr txBox="1"/>
          <p:nvPr/>
        </p:nvSpPr>
        <p:spPr>
          <a:xfrm>
            <a:off x="1665768" y="7992139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EB6692-6534-456B-0013-9F1B515DA477}"/>
              </a:ext>
            </a:extLst>
          </p:cNvPr>
          <p:cNvSpPr txBox="1"/>
          <p:nvPr/>
        </p:nvSpPr>
        <p:spPr>
          <a:xfrm>
            <a:off x="1665767" y="9409812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9BE285-1250-4E22-E916-5D58228A3AA0}"/>
              </a:ext>
            </a:extLst>
          </p:cNvPr>
          <p:cNvSpPr txBox="1"/>
          <p:nvPr/>
        </p:nvSpPr>
        <p:spPr>
          <a:xfrm>
            <a:off x="1648047" y="6592185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FE664E-1406-CB0B-EF8B-A80269541367}"/>
              </a:ext>
            </a:extLst>
          </p:cNvPr>
          <p:cNvSpPr txBox="1"/>
          <p:nvPr/>
        </p:nvSpPr>
        <p:spPr>
          <a:xfrm>
            <a:off x="3597348" y="5263116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AE0C3E-D217-3F4B-7165-EACEE96BA8EC}"/>
              </a:ext>
            </a:extLst>
          </p:cNvPr>
          <p:cNvSpPr txBox="1"/>
          <p:nvPr/>
        </p:nvSpPr>
        <p:spPr>
          <a:xfrm>
            <a:off x="3597348" y="7992139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F115FA-076D-9E72-0CEF-C5A97F4AA439}"/>
              </a:ext>
            </a:extLst>
          </p:cNvPr>
          <p:cNvSpPr txBox="1"/>
          <p:nvPr/>
        </p:nvSpPr>
        <p:spPr>
          <a:xfrm>
            <a:off x="3597347" y="9409813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890C9C-836C-76AD-1C5F-AB6EFDF69E15}"/>
              </a:ext>
            </a:extLst>
          </p:cNvPr>
          <p:cNvSpPr txBox="1"/>
          <p:nvPr/>
        </p:nvSpPr>
        <p:spPr>
          <a:xfrm>
            <a:off x="3597348" y="6592186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FAD2F6-BFD6-5BCF-8245-41AEC9381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30660" y="256176"/>
            <a:ext cx="1543050" cy="649111"/>
          </a:xfrm>
        </p:spPr>
        <p:txBody>
          <a:bodyPr/>
          <a:lstStyle/>
          <a:p>
            <a:fld id="{48F63A3B-78C7-47BE-AE5E-E10140E04643}" type="slidenum">
              <a:rPr lang="en-US" sz="3200" dirty="0">
                <a:solidFill>
                  <a:schemeClr val="tx1"/>
                </a:solidFill>
              </a:rPr>
              <a:t>6</a:t>
            </a:fld>
            <a:r>
              <a:rPr lang="en-US" sz="3200">
                <a:solidFill>
                  <a:schemeClr val="tx1"/>
                </a:solidFill>
              </a:rPr>
              <a:t>-1</a:t>
            </a:r>
            <a:endParaRPr lang="en-US" sz="3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D24FB69-D62E-98A3-04C7-15DC19A5E35F}"/>
              </a:ext>
            </a:extLst>
          </p:cNvPr>
          <p:cNvSpPr/>
          <p:nvPr/>
        </p:nvSpPr>
        <p:spPr>
          <a:xfrm>
            <a:off x="767536" y="4061783"/>
            <a:ext cx="5316279" cy="405809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4800">
                <a:solidFill>
                  <a:schemeClr val="tx1"/>
                </a:solidFill>
                <a:ea typeface="Calibri"/>
                <a:cs typeface="Calibri"/>
              </a:rPr>
              <a:t>ご注文が</a:t>
            </a:r>
            <a:endParaRPr lang="en-US" altLang="ja-JP" sz="480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ja-JP" altLang="en-US" sz="4800">
                <a:solidFill>
                  <a:schemeClr val="tx1"/>
                </a:solidFill>
                <a:ea typeface="Calibri"/>
                <a:cs typeface="Calibri"/>
              </a:rPr>
              <a:t>確定されました</a:t>
            </a:r>
            <a:endParaRPr lang="en-US" sz="480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1385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8D66C4-0C61-EB17-BCD7-6CC990558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D44B04-BD6B-71DE-A562-A15F51CCC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495394"/>
              </p:ext>
            </p:extLst>
          </p:nvPr>
        </p:nvGraphicFramePr>
        <p:xfrm>
          <a:off x="0" y="1150752"/>
          <a:ext cx="1366267" cy="11114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267">
                  <a:extLst>
                    <a:ext uri="{9D8B030D-6E8A-4147-A177-3AD203B41FA5}">
                      <a16:colId xmlns:a16="http://schemas.microsoft.com/office/drawing/2014/main" val="345703299"/>
                    </a:ext>
                  </a:extLst>
                </a:gridCol>
              </a:tblGrid>
              <a:tr h="7154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>
                          <a:solidFill>
                            <a:schemeClr val="tx1"/>
                          </a:solidFill>
                        </a:rPr>
                        <a:t>おすすめ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350153"/>
                  </a:ext>
                </a:extLst>
              </a:tr>
              <a:tr h="7154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solidFill>
                            <a:schemeClr val="tx1"/>
                          </a:solidFill>
                        </a:rPr>
                        <a:t>スピード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b="1">
                          <a:solidFill>
                            <a:schemeClr val="tx1"/>
                          </a:solidFill>
                        </a:rPr>
                        <a:t>メニュー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892490"/>
                  </a:ext>
                </a:extLst>
              </a:tr>
              <a:tr h="766545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/>
                        <a:t>焼鳥</a:t>
                      </a:r>
                      <a:endParaRPr lang="en-US" altLang="ja-JP" b="1"/>
                    </a:p>
                    <a:p>
                      <a:pPr lvl="0" algn="ctr">
                        <a:buNone/>
                      </a:pPr>
                      <a:r>
                        <a:rPr lang="ja-JP" altLang="en-US" b="1"/>
                        <a:t>   (たれ）</a:t>
                      </a:r>
                      <a:endParaRPr lang="en-US" b="1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35447"/>
                  </a:ext>
                </a:extLst>
              </a:tr>
              <a:tr h="7154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焼鳥</a:t>
                      </a:r>
                      <a:endParaRPr lang="en-US" altLang="ja-JP" sz="1800" b="1" i="0" u="none" strike="noStrike" noProof="0">
                        <a:solidFill>
                          <a:srgbClr val="000000"/>
                        </a:solidFill>
                        <a:latin typeface="游ゴシック"/>
                        <a:ea typeface="Meiryo UI"/>
                      </a:endParaRPr>
                    </a:p>
                    <a:p>
                      <a:pPr lvl="0" algn="ctr">
                        <a:buNone/>
                      </a:pP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 </a:t>
                      </a: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塩</a:t>
                      </a:r>
                      <a:r>
                        <a:rPr lang="ja-JP" sz="1800" b="1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）</a:t>
                      </a:r>
                      <a:endParaRPr lang="en-US" altLang="ja-JP" sz="1800" b="1" i="0" u="none" strike="noStrike" noProof="0">
                        <a:solidFill>
                          <a:srgbClr val="000000"/>
                        </a:solidFill>
                        <a:latin typeface="游ゴシック"/>
                        <a:ea typeface="Meiryo UI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535084"/>
                  </a:ext>
                </a:extLst>
              </a:tr>
              <a:tr h="664340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/>
                        <a:t>一品</a:t>
                      </a:r>
                      <a:endParaRPr lang="en-US" b="1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398504"/>
                  </a:ext>
                </a:extLst>
              </a:tr>
              <a:tr h="74099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18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游ゴシック"/>
                        </a:rPr>
                        <a:t>デザート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469973"/>
                  </a:ext>
                </a:extLst>
              </a:tr>
              <a:tr h="6643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シメ</a:t>
                      </a:r>
                      <a:endParaRPr lang="en-US" b="1">
                        <a:latin typeface="游ゴシック"/>
                        <a:ea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895089"/>
                  </a:ext>
                </a:extLst>
              </a:tr>
              <a:tr h="7665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b="1" err="1">
                          <a:latin typeface="游ゴシック"/>
                        </a:rPr>
                        <a:t>ソフト</a:t>
                      </a:r>
                      <a:endParaRPr lang="en-US" b="1"/>
                    </a:p>
                    <a:p>
                      <a:pPr lvl="0" algn="ctr">
                        <a:buNone/>
                      </a:pPr>
                      <a:r>
                        <a:rPr lang="en-US" altLang="ja-JP" b="1" err="1">
                          <a:latin typeface="游ゴシック"/>
                        </a:rPr>
                        <a:t>ドリンク</a:t>
                      </a:r>
                      <a:endParaRPr lang="en-US" altLang="ja-JP" b="1">
                        <a:latin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423202"/>
                  </a:ext>
                </a:extLst>
              </a:tr>
              <a:tr h="766545"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アルコール</a:t>
                      </a:r>
                      <a:endParaRPr lang="en-US" b="1">
                        <a:latin typeface="游ゴシック"/>
                        <a:ea typeface="游ゴシック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410357"/>
                  </a:ext>
                </a:extLst>
              </a:tr>
              <a:tr h="8432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その他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b="1">
                          <a:latin typeface="游ゴシック"/>
                          <a:ea typeface="游ゴシック"/>
                        </a:rPr>
                        <a:t>サービス品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97907"/>
                  </a:ext>
                </a:extLst>
              </a:tr>
              <a:tr h="375608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ja-JP" altLang="en-US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07338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8ED0A5-39E9-D297-36C0-A32F4B4C5C1E}"/>
              </a:ext>
            </a:extLst>
          </p:cNvPr>
          <p:cNvGraphicFramePr>
            <a:graphicFrameLocks noGrp="1"/>
          </p:cNvGraphicFramePr>
          <p:nvPr/>
        </p:nvGraphicFramePr>
        <p:xfrm>
          <a:off x="-9408" y="11127636"/>
          <a:ext cx="6880754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3585">
                  <a:extLst>
                    <a:ext uri="{9D8B030D-6E8A-4147-A177-3AD203B41FA5}">
                      <a16:colId xmlns:a16="http://schemas.microsoft.com/office/drawing/2014/main" val="1106147537"/>
                    </a:ext>
                  </a:extLst>
                </a:gridCol>
                <a:gridCol w="2376714">
                  <a:extLst>
                    <a:ext uri="{9D8B030D-6E8A-4147-A177-3AD203B41FA5}">
                      <a16:colId xmlns:a16="http://schemas.microsoft.com/office/drawing/2014/main" val="1939275667"/>
                    </a:ext>
                  </a:extLst>
                </a:gridCol>
                <a:gridCol w="2210455">
                  <a:extLst>
                    <a:ext uri="{9D8B030D-6E8A-4147-A177-3AD203B41FA5}">
                      <a16:colId xmlns:a16="http://schemas.microsoft.com/office/drawing/2014/main" val="192534418"/>
                    </a:ext>
                  </a:extLst>
                </a:gridCol>
              </a:tblGrid>
              <a:tr h="104770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呼び出し・会計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>
                          <a:solidFill>
                            <a:schemeClr val="tx1"/>
                          </a:solidFill>
                        </a:rPr>
                        <a:t>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注文履歴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>
                          <a:solidFill>
                            <a:schemeClr val="tx1"/>
                          </a:solidFill>
                        </a:rPr>
                        <a:t>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>
                          <a:solidFill>
                            <a:schemeClr val="tx1"/>
                          </a:solidFill>
                        </a:rPr>
                        <a:t>カートを確認</a:t>
                      </a:r>
                    </a:p>
                    <a:p>
                      <a:pPr lvl="0" algn="ctr">
                        <a:buNone/>
                      </a:pPr>
                      <a:r>
                        <a:rPr lang="ja-JP" altLang="en-US" sz="4400" b="0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游ゴシック"/>
                        </a:rPr>
                        <a:t>🛒</a:t>
                      </a:r>
                      <a:endParaRPr lang="ja-JP" sz="4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19475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6505A22-8C18-D328-A54E-9D0B625CD1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42" t="11594" r="12150" b="5797"/>
          <a:stretch>
            <a:fillRect/>
          </a:stretch>
        </p:blipFill>
        <p:spPr>
          <a:xfrm>
            <a:off x="1643617" y="1971342"/>
            <a:ext cx="1825264" cy="1123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8328B6-428A-516B-21D7-7F52B95783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53" t="16667" r="10077" b="7143"/>
          <a:stretch>
            <a:fillRect/>
          </a:stretch>
        </p:blipFill>
        <p:spPr>
          <a:xfrm>
            <a:off x="3960628" y="1971341"/>
            <a:ext cx="1813791" cy="11367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5FE784-0659-63D9-DC57-D0CD24905312}"/>
              </a:ext>
            </a:extLst>
          </p:cNvPr>
          <p:cNvSpPr txBox="1"/>
          <p:nvPr/>
        </p:nvSpPr>
        <p:spPr>
          <a:xfrm>
            <a:off x="1648048" y="3260651"/>
            <a:ext cx="152399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b="1">
                <a:ea typeface="游ゴシック"/>
                <a:cs typeface="Calibri"/>
              </a:rPr>
              <a:t>かわ</a:t>
            </a:r>
          </a:p>
          <a:p>
            <a:endParaRPr lang="ja-JP" altLang="en-US" sz="2000">
              <a:ea typeface="游ゴシック"/>
              <a:cs typeface="Calibri"/>
            </a:endParaRPr>
          </a:p>
          <a:p>
            <a:r>
              <a:rPr lang="ja-JP" altLang="en-US" sz="2000" b="1">
                <a:ea typeface="游ゴシック"/>
                <a:cs typeface="Calibri"/>
              </a:rPr>
              <a:t>¥350</a:t>
            </a:r>
            <a:r>
              <a:rPr lang="ja-JP" altLang="en-US" sz="1600" b="1">
                <a:ea typeface="游ゴシック"/>
                <a:cs typeface="Calibri"/>
              </a:rPr>
              <a:t>（税込）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64778F-AE8B-7E95-216C-2B129915A848}"/>
              </a:ext>
            </a:extLst>
          </p:cNvPr>
          <p:cNvSpPr txBox="1"/>
          <p:nvPr/>
        </p:nvSpPr>
        <p:spPr>
          <a:xfrm>
            <a:off x="3969488" y="3260650"/>
            <a:ext cx="180753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b="1">
                <a:ea typeface="游ゴシック"/>
                <a:cs typeface="Calibri"/>
              </a:rPr>
              <a:t>レバー</a:t>
            </a:r>
          </a:p>
          <a:p>
            <a:endParaRPr lang="ja-JP" altLang="en-US" sz="2000">
              <a:ea typeface="游ゴシック"/>
              <a:cs typeface="Calibri"/>
            </a:endParaRPr>
          </a:p>
          <a:p>
            <a:r>
              <a:rPr lang="ja-JP" altLang="en-US" sz="2000" b="1">
                <a:ea typeface="游ゴシック"/>
                <a:cs typeface="Calibri"/>
              </a:rPr>
              <a:t>¥350</a:t>
            </a:r>
            <a:r>
              <a:rPr lang="ja-JP" sz="1600" b="1">
                <a:ea typeface="游ゴシック"/>
                <a:cs typeface="Calibri"/>
              </a:rPr>
              <a:t>（税込）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B1599-AE7C-2DA4-53BD-45A48BD6CE33}"/>
              </a:ext>
            </a:extLst>
          </p:cNvPr>
          <p:cNvSpPr txBox="1"/>
          <p:nvPr/>
        </p:nvSpPr>
        <p:spPr>
          <a:xfrm>
            <a:off x="1541719" y="1417674"/>
            <a:ext cx="1364513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100" b="1">
                <a:ea typeface="游ゴシック"/>
                <a:cs typeface="Calibri"/>
              </a:rPr>
              <a:t>おすすめ</a:t>
            </a:r>
            <a:endParaRPr lang="en-US" sz="2100" b="1">
              <a:ea typeface="游ゴシック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A322EF-639E-D507-1A95-C26595C47D21}"/>
              </a:ext>
            </a:extLst>
          </p:cNvPr>
          <p:cNvSpPr txBox="1"/>
          <p:nvPr/>
        </p:nvSpPr>
        <p:spPr>
          <a:xfrm>
            <a:off x="1541720" y="4518837"/>
            <a:ext cx="886047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100" b="1">
                <a:ea typeface="游ゴシック"/>
                <a:cs typeface="Calibri"/>
              </a:rPr>
              <a:t>焼鳥</a:t>
            </a:r>
            <a:endParaRPr lang="en-US" sz="2100" b="1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20E465-E831-7244-D2A1-771DA3848BC2}"/>
              </a:ext>
            </a:extLst>
          </p:cNvPr>
          <p:cNvSpPr txBox="1"/>
          <p:nvPr/>
        </p:nvSpPr>
        <p:spPr>
          <a:xfrm>
            <a:off x="1648047" y="5174511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CA4DF2-8370-8011-863A-0B55BB2971B2}"/>
              </a:ext>
            </a:extLst>
          </p:cNvPr>
          <p:cNvSpPr txBox="1"/>
          <p:nvPr/>
        </p:nvSpPr>
        <p:spPr>
          <a:xfrm>
            <a:off x="1665768" y="7992139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9383B8-94E7-C484-D0F6-CD86938E5609}"/>
              </a:ext>
            </a:extLst>
          </p:cNvPr>
          <p:cNvSpPr txBox="1"/>
          <p:nvPr/>
        </p:nvSpPr>
        <p:spPr>
          <a:xfrm>
            <a:off x="1665767" y="9409812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6D951E-7002-052D-5AFE-C56EC488EB24}"/>
              </a:ext>
            </a:extLst>
          </p:cNvPr>
          <p:cNvSpPr txBox="1"/>
          <p:nvPr/>
        </p:nvSpPr>
        <p:spPr>
          <a:xfrm>
            <a:off x="1648047" y="6592185"/>
            <a:ext cx="1364511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cs typeface="Calibri"/>
              </a:rPr>
              <a:t>やきとり</a:t>
            </a:r>
            <a:endParaRPr lang="en-US" altLang="ja-JP">
              <a:ea typeface="Calibri" panose="020F0502020204030204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6EB7FE-F703-2601-3C8A-35448AC32CE3}"/>
              </a:ext>
            </a:extLst>
          </p:cNvPr>
          <p:cNvSpPr txBox="1"/>
          <p:nvPr/>
        </p:nvSpPr>
        <p:spPr>
          <a:xfrm>
            <a:off x="3597348" y="5263116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04813D-1E22-A5DF-F8F2-6085536F5D76}"/>
              </a:ext>
            </a:extLst>
          </p:cNvPr>
          <p:cNvSpPr txBox="1"/>
          <p:nvPr/>
        </p:nvSpPr>
        <p:spPr>
          <a:xfrm>
            <a:off x="3597348" y="7992139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300938-7726-8C99-FD81-3459F34B5FEE}"/>
              </a:ext>
            </a:extLst>
          </p:cNvPr>
          <p:cNvSpPr txBox="1"/>
          <p:nvPr/>
        </p:nvSpPr>
        <p:spPr>
          <a:xfrm>
            <a:off x="3597347" y="9409813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4BD0A8-A3DF-3F60-A1E1-A29EA78C73AE}"/>
              </a:ext>
            </a:extLst>
          </p:cNvPr>
          <p:cNvSpPr txBox="1"/>
          <p:nvPr/>
        </p:nvSpPr>
        <p:spPr>
          <a:xfrm>
            <a:off x="3597348" y="6592186"/>
            <a:ext cx="14353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游ゴシック"/>
                <a:cs typeface="Calibri"/>
              </a:rPr>
              <a:t>焼鳥名</a:t>
            </a:r>
          </a:p>
          <a:p>
            <a:r>
              <a:rPr lang="ja-JP" altLang="en-US" sz="2000">
                <a:ea typeface="游ゴシック"/>
                <a:cs typeface="Calibri"/>
              </a:rPr>
              <a:t>値段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E7187E-8D63-4ACD-50F4-4E891C8D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30660" y="256176"/>
            <a:ext cx="1543050" cy="649111"/>
          </a:xfrm>
        </p:spPr>
        <p:txBody>
          <a:bodyPr/>
          <a:lstStyle/>
          <a:p>
            <a:fld id="{48F63A3B-78C7-47BE-AE5E-E10140E04643}" type="slidenum">
              <a:rPr lang="en-US" sz="3200" dirty="0">
                <a:solidFill>
                  <a:schemeClr val="tx1"/>
                </a:solidFill>
              </a:rPr>
              <a:t>7</a:t>
            </a:fld>
            <a:r>
              <a:rPr lang="en-US" sz="3200">
                <a:solidFill>
                  <a:schemeClr val="tx1"/>
                </a:solidFill>
              </a:rPr>
              <a:t>-1</a:t>
            </a:r>
            <a:endParaRPr lang="en-US" sz="3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C163267-5CA4-0B58-73C1-8377D3C70775}"/>
              </a:ext>
            </a:extLst>
          </p:cNvPr>
          <p:cNvSpPr/>
          <p:nvPr/>
        </p:nvSpPr>
        <p:spPr>
          <a:xfrm>
            <a:off x="767536" y="4061783"/>
            <a:ext cx="5316279" cy="405809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4800">
                <a:solidFill>
                  <a:schemeClr val="tx1"/>
                </a:solidFill>
                <a:ea typeface="Calibri"/>
                <a:cs typeface="Calibri"/>
              </a:rPr>
              <a:t>カートに</a:t>
            </a:r>
          </a:p>
          <a:p>
            <a:pPr algn="ctr"/>
            <a:r>
              <a:rPr lang="ja-JP" altLang="en-US" sz="4800">
                <a:solidFill>
                  <a:schemeClr val="tx1"/>
                </a:solidFill>
                <a:ea typeface="Calibri"/>
                <a:cs typeface="Calibri"/>
              </a:rPr>
              <a:t>追加されました</a:t>
            </a:r>
          </a:p>
        </p:txBody>
      </p:sp>
    </p:spTree>
    <p:extLst>
      <p:ext uri="{BB962C8B-B14F-4D97-AF65-F5344CB8AC3E}">
        <p14:creationId xmlns:p14="http://schemas.microsoft.com/office/powerpoint/2010/main" val="714604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612EBF-0F44-7E6D-AD21-50C38CC25525}"/>
              </a:ext>
            </a:extLst>
          </p:cNvPr>
          <p:cNvSpPr/>
          <p:nvPr/>
        </p:nvSpPr>
        <p:spPr>
          <a:xfrm>
            <a:off x="2" y="677333"/>
            <a:ext cx="6857998" cy="7958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  <a:ea typeface="Calibri"/>
                <a:cs typeface="Calibri"/>
              </a:rPr>
              <a:t>注文履歴</a:t>
            </a:r>
            <a:endParaRPr lang="en-US" sz="3200" b="1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35045-3BF7-1C6E-1838-ECC0266D9D8C}"/>
              </a:ext>
            </a:extLst>
          </p:cNvPr>
          <p:cNvSpPr txBox="1"/>
          <p:nvPr/>
        </p:nvSpPr>
        <p:spPr>
          <a:xfrm>
            <a:off x="746549" y="6441940"/>
            <a:ext cx="235409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鶏の唐揚げ</a:t>
            </a:r>
            <a:endParaRPr lang="en-US" sz="24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08D966-E163-1CB1-F46A-ECF281AA7D44}"/>
              </a:ext>
            </a:extLst>
          </p:cNvPr>
          <p:cNvSpPr txBox="1"/>
          <p:nvPr/>
        </p:nvSpPr>
        <p:spPr>
          <a:xfrm>
            <a:off x="729615" y="2591653"/>
            <a:ext cx="28485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フライドポテト</a:t>
            </a:r>
            <a:endParaRPr lang="en-US" sz="24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18488-C807-F81A-5A8A-170C773151B2}"/>
              </a:ext>
            </a:extLst>
          </p:cNvPr>
          <p:cNvSpPr txBox="1"/>
          <p:nvPr/>
        </p:nvSpPr>
        <p:spPr>
          <a:xfrm>
            <a:off x="752877" y="5634579"/>
            <a:ext cx="296030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だし巻き</a:t>
            </a:r>
            <a:endParaRPr lang="en-US" sz="2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D4D23B-B54E-105F-41A2-DC3BACFA3240}"/>
              </a:ext>
            </a:extLst>
          </p:cNvPr>
          <p:cNvSpPr txBox="1"/>
          <p:nvPr/>
        </p:nvSpPr>
        <p:spPr>
          <a:xfrm>
            <a:off x="747941" y="7265344"/>
            <a:ext cx="295575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タコのから揚げ</a:t>
            </a:r>
            <a:endParaRPr lang="en-US" sz="24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CBC6D3-BE45-6C4D-AED2-AD794DAE6EED}"/>
              </a:ext>
            </a:extLst>
          </p:cNvPr>
          <p:cNvSpPr txBox="1"/>
          <p:nvPr/>
        </p:nvSpPr>
        <p:spPr>
          <a:xfrm>
            <a:off x="752520" y="3330788"/>
            <a:ext cx="25370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ポテトサラダ</a:t>
            </a:r>
            <a:endParaRPr lang="en-US" sz="24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697E80-238E-146D-DE94-19A204DC8E7D}"/>
              </a:ext>
            </a:extLst>
          </p:cNvPr>
          <p:cNvSpPr txBox="1"/>
          <p:nvPr/>
        </p:nvSpPr>
        <p:spPr>
          <a:xfrm>
            <a:off x="751733" y="4061919"/>
            <a:ext cx="35446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キャベツの塩だれ</a:t>
            </a:r>
            <a:endParaRPr lang="en-US" sz="24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E2C30E-3404-5140-D4C8-0ED7230FE874}"/>
              </a:ext>
            </a:extLst>
          </p:cNvPr>
          <p:cNvSpPr txBox="1"/>
          <p:nvPr/>
        </p:nvSpPr>
        <p:spPr>
          <a:xfrm>
            <a:off x="752520" y="4825663"/>
            <a:ext cx="368848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</a:rPr>
              <a:t>きゅうりの一本漬け</a:t>
            </a:r>
            <a:endParaRPr lang="en-US" sz="24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019773-2E1E-7C32-75FE-DAF317873A56}"/>
              </a:ext>
            </a:extLst>
          </p:cNvPr>
          <p:cNvSpPr txBox="1"/>
          <p:nvPr/>
        </p:nvSpPr>
        <p:spPr>
          <a:xfrm>
            <a:off x="4131732" y="2590800"/>
            <a:ext cx="7450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ea typeface="Calibri"/>
                <a:cs typeface="Calibri"/>
              </a:rPr>
              <a:t>1</a:t>
            </a:r>
            <a:r>
              <a:rPr lang="ja-JP" altLang="en-US" sz="2400" b="1">
                <a:ea typeface="Calibri"/>
                <a:cs typeface="Calibri"/>
              </a:rPr>
              <a:t>点</a:t>
            </a:r>
            <a:endParaRPr lang="en-US" sz="24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703132-05CE-B29C-5FD9-7EABDBA7D105}"/>
              </a:ext>
            </a:extLst>
          </p:cNvPr>
          <p:cNvSpPr txBox="1"/>
          <p:nvPr/>
        </p:nvSpPr>
        <p:spPr>
          <a:xfrm>
            <a:off x="4131731" y="3335866"/>
            <a:ext cx="7450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ea typeface="Calibri"/>
                <a:cs typeface="Calibri"/>
              </a:rPr>
              <a:t>1</a:t>
            </a:r>
            <a:r>
              <a:rPr lang="ja-JP" altLang="en-US" sz="2400" b="1">
                <a:ea typeface="Calibri"/>
                <a:cs typeface="Calibri"/>
              </a:rPr>
              <a:t>点</a:t>
            </a:r>
            <a:endParaRPr lang="en-US" sz="24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9AB030-85F3-B7CE-D827-7E76D509B861}"/>
              </a:ext>
            </a:extLst>
          </p:cNvPr>
          <p:cNvSpPr txBox="1"/>
          <p:nvPr/>
        </p:nvSpPr>
        <p:spPr>
          <a:xfrm>
            <a:off x="4148666" y="4047067"/>
            <a:ext cx="7450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ea typeface="Calibri"/>
                <a:cs typeface="Calibri"/>
              </a:rPr>
              <a:t>1</a:t>
            </a:r>
            <a:r>
              <a:rPr lang="ja-JP" altLang="en-US" sz="2400" b="1">
                <a:ea typeface="Calibri"/>
                <a:cs typeface="Calibri"/>
              </a:rPr>
              <a:t>点</a:t>
            </a:r>
            <a:endParaRPr lang="en-US" sz="24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53312-10E5-95DE-4EB0-394A954BBC2F}"/>
              </a:ext>
            </a:extLst>
          </p:cNvPr>
          <p:cNvSpPr txBox="1"/>
          <p:nvPr/>
        </p:nvSpPr>
        <p:spPr>
          <a:xfrm>
            <a:off x="4148665" y="4809067"/>
            <a:ext cx="7450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ea typeface="Calibri"/>
                <a:cs typeface="Calibri"/>
              </a:rPr>
              <a:t>1</a:t>
            </a:r>
            <a:r>
              <a:rPr lang="ja-JP" altLang="en-US" sz="2400" b="1">
                <a:ea typeface="Calibri"/>
                <a:cs typeface="Calibri"/>
              </a:rPr>
              <a:t>点</a:t>
            </a:r>
            <a:endParaRPr lang="en-US" sz="2400" b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CDD907-6498-1A35-6B15-9F3792CA0742}"/>
              </a:ext>
            </a:extLst>
          </p:cNvPr>
          <p:cNvSpPr/>
          <p:nvPr/>
        </p:nvSpPr>
        <p:spPr>
          <a:xfrm>
            <a:off x="0" y="9448799"/>
            <a:ext cx="6857999" cy="7958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ja-JP" altLang="en-US" sz="3200">
                <a:ea typeface="Calibri"/>
                <a:cs typeface="Calibri"/>
              </a:rPr>
              <a:t>　</a:t>
            </a:r>
            <a:r>
              <a:rPr lang="ja-JP" altLang="en-US" sz="3200" b="1">
                <a:solidFill>
                  <a:schemeClr val="tx1"/>
                </a:solidFill>
                <a:ea typeface="Calibri"/>
                <a:cs typeface="Calibri"/>
              </a:rPr>
              <a:t>合計金額　　　　　　￥****</a:t>
            </a:r>
            <a:r>
              <a:rPr lang="ja-JP" altLang="en-US" sz="3200">
                <a:solidFill>
                  <a:schemeClr val="tx1"/>
                </a:solidFill>
                <a:ea typeface="Calibri"/>
                <a:cs typeface="Calibri"/>
              </a:rPr>
              <a:t>　　　　　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435402-764E-0EB1-455B-773053870DD2}"/>
              </a:ext>
            </a:extLst>
          </p:cNvPr>
          <p:cNvSpPr txBox="1"/>
          <p:nvPr/>
        </p:nvSpPr>
        <p:spPr>
          <a:xfrm>
            <a:off x="5452533" y="2573866"/>
            <a:ext cx="98213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ea typeface="Calibri"/>
                <a:cs typeface="Calibri"/>
              </a:rPr>
              <a:t>￥***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06D09B-02E0-1F3E-FB18-25F962F3F6A7}"/>
              </a:ext>
            </a:extLst>
          </p:cNvPr>
          <p:cNvSpPr txBox="1"/>
          <p:nvPr/>
        </p:nvSpPr>
        <p:spPr>
          <a:xfrm>
            <a:off x="5452532" y="3335865"/>
            <a:ext cx="98213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ea typeface="Calibri"/>
                <a:cs typeface="Calibri"/>
              </a:rPr>
              <a:t>￥***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75C33E-7186-7B5E-8852-28B43831BAC5}"/>
              </a:ext>
            </a:extLst>
          </p:cNvPr>
          <p:cNvSpPr txBox="1"/>
          <p:nvPr/>
        </p:nvSpPr>
        <p:spPr>
          <a:xfrm>
            <a:off x="5452532" y="4063999"/>
            <a:ext cx="98213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latin typeface="Calibri"/>
              </a:rPr>
              <a:t>￥</a:t>
            </a:r>
            <a:r>
              <a:rPr lang="en-US" sz="2400" baseline="0">
                <a:latin typeface="Calibri"/>
              </a:rPr>
              <a:t>***</a:t>
            </a:r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E423C5-0B92-F514-87E5-42FF5D90228B}"/>
              </a:ext>
            </a:extLst>
          </p:cNvPr>
          <p:cNvSpPr txBox="1"/>
          <p:nvPr/>
        </p:nvSpPr>
        <p:spPr>
          <a:xfrm>
            <a:off x="5452531" y="4825998"/>
            <a:ext cx="98213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latin typeface="Calibri"/>
              </a:rPr>
              <a:t>￥</a:t>
            </a:r>
            <a:r>
              <a:rPr lang="en-US" sz="2400" baseline="0">
                <a:latin typeface="Calibri"/>
              </a:rPr>
              <a:t>***</a:t>
            </a:r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88E2F8-B784-2686-BF8A-58DA5539AD24}"/>
              </a:ext>
            </a:extLst>
          </p:cNvPr>
          <p:cNvSpPr txBox="1"/>
          <p:nvPr/>
        </p:nvSpPr>
        <p:spPr>
          <a:xfrm>
            <a:off x="4148664" y="5638800"/>
            <a:ext cx="7450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ea typeface="Calibri"/>
                <a:cs typeface="Calibri"/>
              </a:rPr>
              <a:t>1</a:t>
            </a:r>
            <a:r>
              <a:rPr lang="ja-JP" altLang="en-US" sz="2400" b="1">
                <a:ea typeface="Calibri"/>
                <a:cs typeface="Calibri"/>
              </a:rPr>
              <a:t>点</a:t>
            </a:r>
            <a:endParaRPr lang="en-US" sz="2400" b="1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806BD7-5041-1034-F3AA-8C0D710F0B1B}"/>
              </a:ext>
            </a:extLst>
          </p:cNvPr>
          <p:cNvSpPr/>
          <p:nvPr/>
        </p:nvSpPr>
        <p:spPr>
          <a:xfrm>
            <a:off x="1761067" y="10769600"/>
            <a:ext cx="3386665" cy="7958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  <a:ea typeface="游ゴシック"/>
                <a:cs typeface="Calibri"/>
              </a:rPr>
              <a:t>メニューへ戻る</a:t>
            </a:r>
            <a:endParaRPr lang="en-US" sz="3200" b="1">
              <a:solidFill>
                <a:schemeClr val="tx1"/>
              </a:solidFill>
              <a:ea typeface="游ゴシック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5991A43-D209-4F09-DF96-4617CA2073BB}"/>
              </a:ext>
            </a:extLst>
          </p:cNvPr>
          <p:cNvSpPr/>
          <p:nvPr/>
        </p:nvSpPr>
        <p:spPr>
          <a:xfrm>
            <a:off x="272142" y="2594429"/>
            <a:ext cx="453571" cy="435430"/>
          </a:xfrm>
          <a:prstGeom prst="ellipse">
            <a:avLst/>
          </a:prstGeom>
          <a:solidFill>
            <a:srgbClr val="FC8981"/>
          </a:solidFill>
          <a:ln>
            <a:solidFill>
              <a:srgbClr val="FC8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>
              <a:ea typeface="游ゴシック"/>
              <a:cs typeface="Calibri" panose="020F050202020403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8075F3-44C6-7D32-F8A9-2A5AC9B18FD0}"/>
              </a:ext>
            </a:extLst>
          </p:cNvPr>
          <p:cNvSpPr txBox="1"/>
          <p:nvPr/>
        </p:nvSpPr>
        <p:spPr>
          <a:xfrm>
            <a:off x="272142" y="2630713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  <a:cs typeface="Calibri"/>
              </a:rPr>
              <a:t>済</a:t>
            </a:r>
            <a:endParaRPr lang="en-US" sz="2400" b="1">
              <a:ea typeface="游ゴシック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941DA6-0603-56DC-80C4-F0381A53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44719" y="47390"/>
            <a:ext cx="1543050" cy="649111"/>
          </a:xfrm>
        </p:spPr>
        <p:txBody>
          <a:bodyPr/>
          <a:lstStyle/>
          <a:p>
            <a:r>
              <a:rPr lang="en-US" sz="3200">
                <a:solidFill>
                  <a:schemeClr val="tx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58CA9C8-3321-BDE2-E892-585CCC4FAA37}"/>
              </a:ext>
            </a:extLst>
          </p:cNvPr>
          <p:cNvSpPr/>
          <p:nvPr/>
        </p:nvSpPr>
        <p:spPr>
          <a:xfrm>
            <a:off x="1126747" y="1611389"/>
            <a:ext cx="2184754" cy="78811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ea typeface="Calibri"/>
                <a:cs typeface="Calibri"/>
              </a:rPr>
              <a:t>降順</a:t>
            </a:r>
            <a:r>
              <a:rPr lang="ja-JP">
                <a:ea typeface="Calibri"/>
                <a:cs typeface="Calibri"/>
              </a:rPr>
              <a:t>で表示</a:t>
            </a:r>
            <a:endParaRPr lang="ja-JP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ja-JP" altLang="en-US">
                <a:ea typeface="Calibri"/>
                <a:cs typeface="Calibri"/>
              </a:rPr>
              <a:t>（古いものが下）</a:t>
            </a:r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395523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92C21D-89F3-A1FE-8744-61008D639CDF}"/>
              </a:ext>
            </a:extLst>
          </p:cNvPr>
          <p:cNvCxnSpPr>
            <a:cxnSpLocks/>
          </p:cNvCxnSpPr>
          <p:nvPr/>
        </p:nvCxnSpPr>
        <p:spPr>
          <a:xfrm>
            <a:off x="1010091" y="3137373"/>
            <a:ext cx="4784651" cy="17721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91F4B5-814C-CE84-C53C-B523EB5D05D0}"/>
              </a:ext>
            </a:extLst>
          </p:cNvPr>
          <p:cNvCxnSpPr>
            <a:cxnSpLocks/>
          </p:cNvCxnSpPr>
          <p:nvPr/>
        </p:nvCxnSpPr>
        <p:spPr>
          <a:xfrm>
            <a:off x="1010090" y="4342395"/>
            <a:ext cx="4784651" cy="17721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E677669-EDE9-9A08-9FB5-F857E20C3E7A}"/>
              </a:ext>
            </a:extLst>
          </p:cNvPr>
          <p:cNvSpPr txBox="1"/>
          <p:nvPr/>
        </p:nvSpPr>
        <p:spPr>
          <a:xfrm>
            <a:off x="2108789" y="3438629"/>
            <a:ext cx="308344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【呼び出す】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3E88205-3D07-8C75-697A-026E234B2940}"/>
              </a:ext>
            </a:extLst>
          </p:cNvPr>
          <p:cNvCxnSpPr>
            <a:cxnSpLocks/>
          </p:cNvCxnSpPr>
          <p:nvPr/>
        </p:nvCxnSpPr>
        <p:spPr>
          <a:xfrm>
            <a:off x="1134137" y="6185372"/>
            <a:ext cx="4784651" cy="17721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2B6C9A3-8454-9FBD-C428-4F7A80EC419A}"/>
              </a:ext>
            </a:extLst>
          </p:cNvPr>
          <p:cNvCxnSpPr>
            <a:cxnSpLocks/>
          </p:cNvCxnSpPr>
          <p:nvPr/>
        </p:nvCxnSpPr>
        <p:spPr>
          <a:xfrm>
            <a:off x="1134136" y="7390395"/>
            <a:ext cx="4784651" cy="17721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030B07-28EE-94C1-DEE5-F4263CDC5EBD}"/>
              </a:ext>
            </a:extLst>
          </p:cNvPr>
          <p:cNvSpPr txBox="1"/>
          <p:nvPr/>
        </p:nvSpPr>
        <p:spPr>
          <a:xfrm>
            <a:off x="2534091" y="6504350"/>
            <a:ext cx="308344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【会計】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BC673-8ACC-38D1-E3D2-876F1245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20672" y="189158"/>
            <a:ext cx="1543050" cy="649111"/>
          </a:xfrm>
        </p:spPr>
        <p:txBody>
          <a:bodyPr/>
          <a:lstStyle/>
          <a:p>
            <a:r>
              <a:rPr lang="en-US" sz="3200">
                <a:solidFill>
                  <a:schemeClr val="tx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F56E42-E252-9504-646E-D44B6FFF08C4}"/>
              </a:ext>
            </a:extLst>
          </p:cNvPr>
          <p:cNvSpPr/>
          <p:nvPr/>
        </p:nvSpPr>
        <p:spPr>
          <a:xfrm>
            <a:off x="1814230" y="9316483"/>
            <a:ext cx="3386665" cy="7958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  <a:ea typeface="游ゴシック"/>
                <a:cs typeface="Calibri"/>
              </a:rPr>
              <a:t>メニューへ戻る</a:t>
            </a:r>
            <a:endParaRPr lang="en-US" sz="3200" b="1">
              <a:solidFill>
                <a:schemeClr val="tx1"/>
              </a:solidFill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8850078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4B208-41E0-6A8B-A36F-283FDF20D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54DDBDA-066B-A452-BCCE-FC9F39A5AEBC}"/>
              </a:ext>
            </a:extLst>
          </p:cNvPr>
          <p:cNvSpPr txBox="1"/>
          <p:nvPr/>
        </p:nvSpPr>
        <p:spPr>
          <a:xfrm>
            <a:off x="287049" y="287049"/>
            <a:ext cx="155640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>
                <a:ea typeface="游ゴシック"/>
                <a:cs typeface="Calibri"/>
              </a:rPr>
              <a:t>店員呼び出し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7B2D87A-AFA6-B44A-9D6A-AB54482D9C7E}"/>
              </a:ext>
            </a:extLst>
          </p:cNvPr>
          <p:cNvGrpSpPr/>
          <p:nvPr/>
        </p:nvGrpSpPr>
        <p:grpSpPr>
          <a:xfrm>
            <a:off x="1172857" y="2921995"/>
            <a:ext cx="4514193" cy="6038192"/>
            <a:chOff x="1172857" y="3053374"/>
            <a:chExt cx="4514193" cy="603819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5DFB515-A923-365C-2FE4-BDD6409990DB}"/>
                </a:ext>
              </a:extLst>
            </p:cNvPr>
            <p:cNvSpPr/>
            <p:nvPr/>
          </p:nvSpPr>
          <p:spPr>
            <a:xfrm>
              <a:off x="1172858" y="6469237"/>
              <a:ext cx="4514192" cy="91439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  <a:ea typeface="游ゴシック"/>
                </a:rPr>
                <a:t>店員呼出し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AA47C85-FFD5-9827-A5F0-84C0F44E15BC}"/>
                </a:ext>
              </a:extLst>
            </p:cNvPr>
            <p:cNvSpPr/>
            <p:nvPr/>
          </p:nvSpPr>
          <p:spPr>
            <a:xfrm>
              <a:off x="1172858" y="8177167"/>
              <a:ext cx="4514192" cy="91439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  <a:ea typeface="游ゴシック"/>
                </a:rPr>
                <a:t>お会計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6E0CA16-BDBA-7116-6D53-9222DC160BA4}"/>
                </a:ext>
              </a:extLst>
            </p:cNvPr>
            <p:cNvSpPr/>
            <p:nvPr/>
          </p:nvSpPr>
          <p:spPr>
            <a:xfrm>
              <a:off x="1172857" y="4761305"/>
              <a:ext cx="4514192" cy="91439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  <a:ea typeface="游ゴシック"/>
                </a:rPr>
                <a:t>注文履歴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EA978D4-B558-7CBB-C59C-9946A8766899}"/>
                </a:ext>
              </a:extLst>
            </p:cNvPr>
            <p:cNvSpPr/>
            <p:nvPr/>
          </p:nvSpPr>
          <p:spPr>
            <a:xfrm>
              <a:off x="1172857" y="3053374"/>
              <a:ext cx="4514192" cy="91439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  <a:ea typeface="游ゴシック"/>
                </a:rPr>
                <a:t>注文</a:t>
              </a:r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7B09272-BA61-8DCD-4F01-6B1960B9AA56}"/>
              </a:ext>
            </a:extLst>
          </p:cNvPr>
          <p:cNvSpPr/>
          <p:nvPr/>
        </p:nvSpPr>
        <p:spPr>
          <a:xfrm>
            <a:off x="923518" y="2504708"/>
            <a:ext cx="5020235" cy="6857999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ja-JP" altLang="en-US">
              <a:ea typeface="游ゴシック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5936EF-ECE2-A74A-A0A1-79471FB16A31}"/>
              </a:ext>
            </a:extLst>
          </p:cNvPr>
          <p:cNvSpPr txBox="1"/>
          <p:nvPr/>
        </p:nvSpPr>
        <p:spPr>
          <a:xfrm>
            <a:off x="1118269" y="3047227"/>
            <a:ext cx="462918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sz="2800">
                <a:ea typeface="游ゴシック" panose="020F0502020204030204"/>
                <a:cs typeface="Calibri"/>
              </a:rPr>
              <a:t>店員がまいります。</a:t>
            </a:r>
            <a:endParaRPr lang="en-US" altLang="ja-JP" sz="2800">
              <a:ea typeface="Calibri"/>
              <a:cs typeface="Calibri"/>
            </a:endParaRPr>
          </a:p>
          <a:p>
            <a:pPr algn="ctr"/>
            <a:r>
              <a:rPr lang="ja-JP" sz="2800">
                <a:ea typeface="游ゴシック" panose="020F0502020204030204"/>
                <a:cs typeface="Calibri"/>
              </a:rPr>
              <a:t>しばらくお待ちください。</a:t>
            </a:r>
            <a:endParaRPr lang="en-US" sz="2800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100F46-03AD-3C70-A68E-EC13A6B4C0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47" t="19959" r="31936" b="9664"/>
          <a:stretch>
            <a:fillRect/>
          </a:stretch>
        </p:blipFill>
        <p:spPr>
          <a:xfrm>
            <a:off x="2561792" y="4542852"/>
            <a:ext cx="1785704" cy="3619821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A256BF-240C-3F39-0098-3A5B38803B97}"/>
              </a:ext>
            </a:extLst>
          </p:cNvPr>
          <p:cNvSpPr/>
          <p:nvPr/>
        </p:nvSpPr>
        <p:spPr>
          <a:xfrm>
            <a:off x="285152" y="10327461"/>
            <a:ext cx="2913529" cy="94129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2800" err="1">
                <a:solidFill>
                  <a:schemeClr val="tx1"/>
                </a:solidFill>
                <a:latin typeface="Calibri"/>
                <a:ea typeface="游ゴシック"/>
                <a:cs typeface="+mn-lt"/>
              </a:rPr>
              <a:t>キャンセル</a:t>
            </a:r>
            <a:endParaRPr lang="en-US" altLang="en-US" sz="2800" err="1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A0ED92-3F1E-C187-E0AC-16AED5A5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2440" y="153716"/>
            <a:ext cx="1543050" cy="649111"/>
          </a:xfrm>
        </p:spPr>
        <p:txBody>
          <a:bodyPr/>
          <a:lstStyle/>
          <a:p>
            <a:r>
              <a:rPr lang="en-US" sz="3200">
                <a:solidFill>
                  <a:schemeClr val="tx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7B25C9-F87C-9698-8312-F13D016040F3}"/>
              </a:ext>
            </a:extLst>
          </p:cNvPr>
          <p:cNvSpPr/>
          <p:nvPr/>
        </p:nvSpPr>
        <p:spPr>
          <a:xfrm>
            <a:off x="3587151" y="10327460"/>
            <a:ext cx="2913529" cy="94129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2800" err="1">
                <a:solidFill>
                  <a:schemeClr val="tx1"/>
                </a:solidFill>
                <a:latin typeface="游ゴシック"/>
                <a:ea typeface="游ゴシック"/>
                <a:cs typeface="Calibri"/>
              </a:rPr>
              <a:t>呼び出した</a:t>
            </a:r>
            <a:r>
              <a:rPr lang="ja-JP" altLang="en-US" sz="2800">
                <a:solidFill>
                  <a:schemeClr val="tx1"/>
                </a:solidFill>
                <a:latin typeface="游ゴシック"/>
                <a:ea typeface="游ゴシック"/>
                <a:cs typeface="Calibri"/>
              </a:rPr>
              <a:t>状態で戻る</a:t>
            </a:r>
          </a:p>
        </p:txBody>
      </p:sp>
    </p:spTree>
    <p:extLst>
      <p:ext uri="{BB962C8B-B14F-4D97-AF65-F5344CB8AC3E}">
        <p14:creationId xmlns:p14="http://schemas.microsoft.com/office/powerpoint/2010/main" val="1757060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78905-1516-AD95-8150-459784625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FA6D1A1-035A-3D45-DB6B-11EC666D98F5}"/>
              </a:ext>
            </a:extLst>
          </p:cNvPr>
          <p:cNvCxnSpPr>
            <a:cxnSpLocks/>
          </p:cNvCxnSpPr>
          <p:nvPr/>
        </p:nvCxnSpPr>
        <p:spPr>
          <a:xfrm>
            <a:off x="1010091" y="3137373"/>
            <a:ext cx="4784651" cy="17721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5E9331F-D8F4-6D98-F39A-4EBDD26CED5A}"/>
              </a:ext>
            </a:extLst>
          </p:cNvPr>
          <p:cNvCxnSpPr>
            <a:cxnSpLocks/>
          </p:cNvCxnSpPr>
          <p:nvPr/>
        </p:nvCxnSpPr>
        <p:spPr>
          <a:xfrm>
            <a:off x="1010090" y="4342395"/>
            <a:ext cx="4784651" cy="17721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23BC28C-D354-6B6C-52ED-531A26C28542}"/>
              </a:ext>
            </a:extLst>
          </p:cNvPr>
          <p:cNvSpPr txBox="1"/>
          <p:nvPr/>
        </p:nvSpPr>
        <p:spPr>
          <a:xfrm>
            <a:off x="2108789" y="3438629"/>
            <a:ext cx="308344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【呼び出す】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DA09E31-BB4F-9561-ADD0-ADB0F215FFD7}"/>
              </a:ext>
            </a:extLst>
          </p:cNvPr>
          <p:cNvCxnSpPr>
            <a:cxnSpLocks/>
          </p:cNvCxnSpPr>
          <p:nvPr/>
        </p:nvCxnSpPr>
        <p:spPr>
          <a:xfrm>
            <a:off x="1134137" y="6185372"/>
            <a:ext cx="4784651" cy="17721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0021F26-4592-2252-7010-F6795E402EAB}"/>
              </a:ext>
            </a:extLst>
          </p:cNvPr>
          <p:cNvCxnSpPr>
            <a:cxnSpLocks/>
          </p:cNvCxnSpPr>
          <p:nvPr/>
        </p:nvCxnSpPr>
        <p:spPr>
          <a:xfrm>
            <a:off x="1134136" y="7390395"/>
            <a:ext cx="4784651" cy="17721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C930629-8424-865E-793C-F3BC60DE4695}"/>
              </a:ext>
            </a:extLst>
          </p:cNvPr>
          <p:cNvSpPr txBox="1"/>
          <p:nvPr/>
        </p:nvSpPr>
        <p:spPr>
          <a:xfrm>
            <a:off x="2534091" y="6504350"/>
            <a:ext cx="308344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游ゴシック"/>
              </a:rPr>
              <a:t>【会計】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5FA87-F35F-E5F7-4F68-29C2805E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20672" y="189158"/>
            <a:ext cx="1543050" cy="649111"/>
          </a:xfrm>
        </p:spPr>
        <p:txBody>
          <a:bodyPr/>
          <a:lstStyle/>
          <a:p>
            <a:r>
              <a:rPr lang="en-US" sz="3200">
                <a:solidFill>
                  <a:schemeClr val="tx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0C8310-3344-A744-BCC8-1641A45E1383}"/>
              </a:ext>
            </a:extLst>
          </p:cNvPr>
          <p:cNvSpPr/>
          <p:nvPr/>
        </p:nvSpPr>
        <p:spPr>
          <a:xfrm>
            <a:off x="345449" y="967861"/>
            <a:ext cx="6176373" cy="6936826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rtl="0">
              <a:lnSpc>
                <a:spcPts val="3075"/>
              </a:lnSpc>
            </a:pPr>
            <a:r>
              <a:rPr lang="ja-JP" sz="3500" b="1" i="0" u="none" strike="noStrike" baseline="0">
                <a:solidFill>
                  <a:srgbClr val="000000"/>
                </a:solidFill>
                <a:latin typeface="Meiryo UI"/>
                <a:ea typeface="Calibri"/>
                <a:cs typeface="Meiryo UI"/>
              </a:rPr>
              <a:t>卓番〇</a:t>
            </a:r>
            <a:r>
              <a:rPr lang="en-US" sz="3500" b="0" i="0">
                <a:solidFill>
                  <a:srgbClr val="000000"/>
                </a:solidFill>
                <a:latin typeface="Calibri"/>
                <a:ea typeface="Meiryo UI"/>
                <a:cs typeface="Meiryo UI"/>
              </a:rPr>
              <a:t>​</a:t>
            </a:r>
          </a:p>
          <a:p>
            <a:pPr algn="ctr">
              <a:lnSpc>
                <a:spcPts val="3075"/>
              </a:lnSpc>
            </a:pPr>
            <a:endParaRPr lang="en-US" altLang="ja-JP" sz="3500">
              <a:solidFill>
                <a:srgbClr val="000000"/>
              </a:solidFill>
              <a:latin typeface="Calibri"/>
              <a:ea typeface="Meiryo UI"/>
              <a:cs typeface="Meiryo UI"/>
            </a:endParaRPr>
          </a:p>
          <a:p>
            <a:pPr algn="ctr">
              <a:lnSpc>
                <a:spcPts val="1500"/>
              </a:lnSpc>
            </a:pPr>
            <a:r>
              <a:rPr lang="ja-JP" sz="3500" b="1" i="0" u="none" strike="noStrike" baseline="0">
                <a:solidFill>
                  <a:srgbClr val="000000"/>
                </a:solidFill>
                <a:latin typeface="Meiryo UI"/>
                <a:ea typeface="Calibri"/>
                <a:cs typeface="Meiryo UI"/>
              </a:rPr>
              <a:t>お支払金額　￥****</a:t>
            </a:r>
            <a:endParaRPr lang="ja-JP" altLang="en-US">
              <a:solidFill>
                <a:srgbClr val="FFFFFF"/>
              </a:solidFill>
              <a:latin typeface="Calibri"/>
              <a:ea typeface="游ゴシック"/>
              <a:cs typeface="Calibri" panose="020F0502020204030204"/>
            </a:endParaRPr>
          </a:p>
          <a:p>
            <a:pPr algn="ctr">
              <a:lnSpc>
                <a:spcPts val="1500"/>
              </a:lnSpc>
            </a:pPr>
            <a:endParaRPr lang="en-US" sz="3500">
              <a:solidFill>
                <a:srgbClr val="000000"/>
              </a:solidFill>
              <a:latin typeface="Calibri"/>
              <a:ea typeface="Meiryo UI"/>
              <a:cs typeface="Meiryo UI"/>
            </a:endParaRPr>
          </a:p>
          <a:p>
            <a:pPr algn="ctr">
              <a:lnSpc>
                <a:spcPts val="1500"/>
              </a:lnSpc>
            </a:pPr>
            <a:endParaRPr lang="en-US" sz="3500">
              <a:solidFill>
                <a:srgbClr val="000000"/>
              </a:solidFill>
              <a:latin typeface="Calibri"/>
              <a:ea typeface="Meiryo UI"/>
              <a:cs typeface="Meiryo UI"/>
            </a:endParaRPr>
          </a:p>
          <a:p>
            <a:pPr algn="ctr">
              <a:lnSpc>
                <a:spcPts val="1500"/>
              </a:lnSpc>
            </a:pPr>
            <a:endParaRPr lang="en-US" sz="3500">
              <a:solidFill>
                <a:srgbClr val="000000"/>
              </a:solidFill>
              <a:latin typeface="Calibri"/>
              <a:ea typeface="Meiryo UI"/>
              <a:cs typeface="Meiryo UI"/>
            </a:endParaRPr>
          </a:p>
          <a:p>
            <a:pPr algn="ctr">
              <a:lnSpc>
                <a:spcPts val="1500"/>
              </a:lnSpc>
            </a:pPr>
            <a:endParaRPr lang="en-US" sz="3500">
              <a:solidFill>
                <a:srgbClr val="000000"/>
              </a:solidFill>
              <a:latin typeface="Calibri"/>
              <a:ea typeface="Meiryo UI"/>
              <a:cs typeface="Meiryo UI"/>
            </a:endParaRPr>
          </a:p>
          <a:p>
            <a:pPr algn="ctr">
              <a:lnSpc>
                <a:spcPts val="1500"/>
              </a:lnSpc>
            </a:pPr>
            <a:endParaRPr lang="en-US" sz="3500">
              <a:solidFill>
                <a:srgbClr val="000000"/>
              </a:solidFill>
              <a:latin typeface="Calibri"/>
              <a:ea typeface="Meiryo UI"/>
              <a:cs typeface="Meiryo UI"/>
            </a:endParaRPr>
          </a:p>
          <a:p>
            <a:pPr algn="ctr">
              <a:lnSpc>
                <a:spcPts val="1500"/>
              </a:lnSpc>
            </a:pPr>
            <a:endParaRPr lang="en-US" sz="3500">
              <a:solidFill>
                <a:srgbClr val="000000"/>
              </a:solidFill>
              <a:latin typeface="Calibri"/>
              <a:ea typeface="Meiryo UI"/>
              <a:cs typeface="Meiryo UI"/>
            </a:endParaRPr>
          </a:p>
          <a:p>
            <a:pPr algn="ctr">
              <a:lnSpc>
                <a:spcPts val="1500"/>
              </a:lnSpc>
            </a:pPr>
            <a:r>
              <a:rPr lang="ja-JP" altLang="en-US" sz="3500">
                <a:solidFill>
                  <a:srgbClr val="000000"/>
                </a:solidFill>
                <a:latin typeface="Calibri"/>
                <a:ea typeface="Meiryo UI"/>
                <a:cs typeface="Meiryo UI"/>
              </a:rPr>
              <a:t>ご来店ありがとうございました。</a:t>
            </a:r>
            <a:endParaRPr lang="en-US" sz="3500">
              <a:solidFill>
                <a:srgbClr val="000000"/>
              </a:solidFill>
              <a:latin typeface="Calibri"/>
              <a:ea typeface="Meiryo UI"/>
              <a:cs typeface="Meiryo UI"/>
            </a:endParaRPr>
          </a:p>
          <a:p>
            <a:pPr algn="ctr">
              <a:lnSpc>
                <a:spcPts val="1500"/>
              </a:lnSpc>
            </a:pPr>
            <a:endParaRPr lang="en-US" sz="3500">
              <a:solidFill>
                <a:srgbClr val="000000"/>
              </a:solidFill>
              <a:latin typeface="Calibri"/>
              <a:ea typeface="Meiryo UI"/>
              <a:cs typeface="Meiryo UI"/>
            </a:endParaRPr>
          </a:p>
          <a:p>
            <a:pPr algn="ctr">
              <a:lnSpc>
                <a:spcPts val="1500"/>
              </a:lnSpc>
            </a:pPr>
            <a:endParaRPr lang="en-US" sz="3500">
              <a:solidFill>
                <a:srgbClr val="000000"/>
              </a:solidFill>
              <a:latin typeface="Calibri"/>
              <a:ea typeface="Meiryo UI"/>
              <a:cs typeface="Meiryo UI"/>
            </a:endParaRPr>
          </a:p>
          <a:p>
            <a:pPr algn="ctr">
              <a:lnSpc>
                <a:spcPts val="1500"/>
              </a:lnSpc>
            </a:pPr>
            <a:r>
              <a:rPr lang="ja-JP" altLang="en-US" sz="3500">
                <a:solidFill>
                  <a:srgbClr val="000000"/>
                </a:solidFill>
                <a:latin typeface="Calibri"/>
                <a:ea typeface="Meiryo UI"/>
                <a:cs typeface="Meiryo UI"/>
              </a:rPr>
              <a:t>レジへお越しください。</a:t>
            </a:r>
            <a:endParaRPr lang="en-US" sz="3500">
              <a:solidFill>
                <a:srgbClr val="000000"/>
              </a:solidFill>
              <a:latin typeface="Calibri"/>
              <a:ea typeface="Meiryo UI"/>
              <a:cs typeface="Meiryo UI"/>
            </a:endParaRPr>
          </a:p>
          <a:p>
            <a:pPr algn="ctr">
              <a:lnSpc>
                <a:spcPts val="1500"/>
              </a:lnSpc>
            </a:pPr>
            <a:endParaRPr lang="en-US" sz="3500">
              <a:solidFill>
                <a:srgbClr val="000000"/>
              </a:solidFill>
              <a:latin typeface="Calibri"/>
              <a:ea typeface="Meiryo UI"/>
              <a:cs typeface="Meiryo UI"/>
            </a:endParaRPr>
          </a:p>
          <a:p>
            <a:pPr algn="ctr">
              <a:lnSpc>
                <a:spcPts val="1500"/>
              </a:lnSpc>
            </a:pPr>
            <a:endParaRPr lang="en-US" sz="3500">
              <a:solidFill>
                <a:srgbClr val="000000"/>
              </a:solidFill>
              <a:latin typeface="Calibri"/>
              <a:ea typeface="Meiryo UI"/>
              <a:cs typeface="Meiryo UI"/>
            </a:endParaRPr>
          </a:p>
          <a:p>
            <a:pPr algn="ctr">
              <a:lnSpc>
                <a:spcPts val="1500"/>
              </a:lnSpc>
            </a:pPr>
            <a:endParaRPr lang="en-US" sz="3500">
              <a:solidFill>
                <a:srgbClr val="000000"/>
              </a:solidFill>
              <a:latin typeface="Calibri"/>
              <a:ea typeface="Meiryo UI"/>
              <a:cs typeface="Meiryo UI"/>
            </a:endParaRPr>
          </a:p>
          <a:p>
            <a:pPr algn="ctr">
              <a:lnSpc>
                <a:spcPts val="1500"/>
              </a:lnSpc>
            </a:pPr>
            <a:endParaRPr lang="en-US" sz="3500">
              <a:solidFill>
                <a:srgbClr val="000000"/>
              </a:solidFill>
              <a:latin typeface="Calibri"/>
              <a:ea typeface="Meiryo UI"/>
              <a:cs typeface="Meiryo UI"/>
            </a:endParaRPr>
          </a:p>
          <a:p>
            <a:pPr algn="ctr">
              <a:lnSpc>
                <a:spcPts val="1500"/>
              </a:lnSpc>
            </a:pPr>
            <a:r>
              <a:rPr lang="en-US" sz="3500" b="0" i="0">
                <a:solidFill>
                  <a:srgbClr val="000000"/>
                </a:solidFill>
                <a:latin typeface="Calibri"/>
                <a:ea typeface="Meiryo UI"/>
                <a:cs typeface="Meiryo UI"/>
              </a:rPr>
              <a:t>​</a:t>
            </a:r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3FE74F-F588-15CA-2E98-8AC6E2AAF15E}"/>
              </a:ext>
            </a:extLst>
          </p:cNvPr>
          <p:cNvSpPr/>
          <p:nvPr/>
        </p:nvSpPr>
        <p:spPr>
          <a:xfrm>
            <a:off x="1198982" y="8495934"/>
            <a:ext cx="4414344" cy="141889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4400">
                <a:ea typeface="Calibri"/>
                <a:cs typeface="Calibri"/>
              </a:rPr>
              <a:t>バーコード</a:t>
            </a:r>
            <a:endParaRPr lang="en-US" sz="4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98910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8399E9-4BF3-855B-466B-BD61766F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8D9056-C2BB-B789-19A2-EA5F0CD94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606" y="929821"/>
            <a:ext cx="3230789" cy="2476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D7BED6-649A-78DC-F829-C8D69A413B54}"/>
              </a:ext>
            </a:extLst>
          </p:cNvPr>
          <p:cNvSpPr txBox="1"/>
          <p:nvPr/>
        </p:nvSpPr>
        <p:spPr>
          <a:xfrm>
            <a:off x="653141" y="3719284"/>
            <a:ext cx="6386284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400" b="1">
                <a:solidFill>
                  <a:srgbClr val="C00000"/>
                </a:solidFill>
                <a:ea typeface="游ゴシック"/>
                <a:cs typeface="Calibri"/>
              </a:rPr>
              <a:t>エラーが発生しました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29416-F559-68B5-9FB7-770B7C9175F0}"/>
              </a:ext>
            </a:extLst>
          </p:cNvPr>
          <p:cNvSpPr txBox="1"/>
          <p:nvPr/>
        </p:nvSpPr>
        <p:spPr>
          <a:xfrm>
            <a:off x="1342571" y="5442857"/>
            <a:ext cx="45538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>
                <a:ea typeface="游ゴシック"/>
                <a:cs typeface="Calibri"/>
              </a:rPr>
              <a:t>通信環境を確認してください。</a:t>
            </a:r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D4FD5-96DB-E44C-FC17-D1D01CC7344A}"/>
              </a:ext>
            </a:extLst>
          </p:cNvPr>
          <p:cNvSpPr txBox="1"/>
          <p:nvPr/>
        </p:nvSpPr>
        <p:spPr>
          <a:xfrm>
            <a:off x="1070428" y="6350000"/>
            <a:ext cx="469899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400">
                <a:ea typeface="游ゴシック"/>
                <a:cs typeface="Calibri"/>
              </a:rPr>
              <a:t>しばらく待ってから</a:t>
            </a:r>
            <a:endParaRPr lang="en-US" altLang="ja-JP" sz="2400">
              <a:ea typeface="Calibri" panose="020F0502020204030204"/>
              <a:cs typeface="Calibri"/>
            </a:endParaRPr>
          </a:p>
          <a:p>
            <a:pPr algn="ctr"/>
            <a:r>
              <a:rPr lang="ja-JP" altLang="en-US" sz="2400">
                <a:ea typeface="游ゴシック"/>
                <a:cs typeface="Calibri"/>
              </a:rPr>
              <a:t>もう一度お試しください。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66EE234-2FB2-1F66-DACC-E35FB713680E}"/>
              </a:ext>
            </a:extLst>
          </p:cNvPr>
          <p:cNvSpPr/>
          <p:nvPr/>
        </p:nvSpPr>
        <p:spPr>
          <a:xfrm>
            <a:off x="1396998" y="7837715"/>
            <a:ext cx="4063999" cy="1360714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>
                <a:solidFill>
                  <a:schemeClr val="tx1"/>
                </a:solidFill>
                <a:ea typeface="游ゴシック"/>
                <a:cs typeface="Calibri"/>
              </a:rPr>
              <a:t>再読み込み</a:t>
            </a:r>
            <a:endParaRPr lang="en-US" sz="3200">
              <a:solidFill>
                <a:schemeClr val="tx1"/>
              </a:solidFill>
              <a:ea typeface="游ゴシック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444BD9B-8109-1785-BF9C-5177EB9971F3}"/>
              </a:ext>
            </a:extLst>
          </p:cNvPr>
          <p:cNvSpPr/>
          <p:nvPr/>
        </p:nvSpPr>
        <p:spPr>
          <a:xfrm>
            <a:off x="1396997" y="9597570"/>
            <a:ext cx="4063999" cy="136071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200">
                <a:solidFill>
                  <a:schemeClr val="tx1"/>
                </a:solidFill>
                <a:ea typeface="游ゴシック"/>
                <a:cs typeface="Calibri"/>
              </a:rPr>
              <a:t>メニューへ戻る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05764463-CCE7-4FDD-FDC2-7F415A1E6C19}"/>
              </a:ext>
            </a:extLst>
          </p:cNvPr>
          <p:cNvSpPr/>
          <p:nvPr/>
        </p:nvSpPr>
        <p:spPr>
          <a:xfrm>
            <a:off x="4651512" y="894521"/>
            <a:ext cx="3980621" cy="2057399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ea typeface="游ゴシック"/>
                <a:cs typeface="Calibri"/>
              </a:rPr>
              <a:t>人数入力で大人が0の場合。</a:t>
            </a:r>
          </a:p>
          <a:p>
            <a:pPr algn="ctr"/>
            <a:r>
              <a:rPr lang="ja-JP" altLang="en-US">
                <a:ea typeface="游ゴシック"/>
                <a:cs typeface="Calibri"/>
              </a:rPr>
              <a:t>注文でのエラー（客がカートに入れた後注文確定するまでに店員が売り切れ設定する等）</a:t>
            </a:r>
          </a:p>
        </p:txBody>
      </p:sp>
    </p:spTree>
    <p:extLst>
      <p:ext uri="{BB962C8B-B14F-4D97-AF65-F5344CB8AC3E}">
        <p14:creationId xmlns:p14="http://schemas.microsoft.com/office/powerpoint/2010/main" val="183539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8399E9-4BF3-855B-466B-BD61766F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8D9056-C2BB-B789-19A2-EA5F0CD94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606" y="929821"/>
            <a:ext cx="3230789" cy="2476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D7BED6-649A-78DC-F829-C8D69A413B54}"/>
              </a:ext>
            </a:extLst>
          </p:cNvPr>
          <p:cNvSpPr txBox="1"/>
          <p:nvPr/>
        </p:nvSpPr>
        <p:spPr>
          <a:xfrm>
            <a:off x="1357991" y="4062184"/>
            <a:ext cx="4119334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400" b="1">
                <a:solidFill>
                  <a:srgbClr val="C00000"/>
                </a:solidFill>
                <a:ea typeface="游ゴシック"/>
                <a:cs typeface="Calibri"/>
              </a:rPr>
              <a:t>売り切れました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D4FD5-96DB-E44C-FC17-D1D01CC7344A}"/>
              </a:ext>
            </a:extLst>
          </p:cNvPr>
          <p:cNvSpPr txBox="1"/>
          <p:nvPr/>
        </p:nvSpPr>
        <p:spPr>
          <a:xfrm>
            <a:off x="898978" y="5854700"/>
            <a:ext cx="507999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400">
                <a:ea typeface="游ゴシック"/>
                <a:cs typeface="Calibri"/>
              </a:rPr>
              <a:t>現在はご提供できません</a:t>
            </a:r>
            <a:br>
              <a:rPr lang="ja-JP" altLang="en-US" sz="2400">
                <a:ea typeface="游ゴシック"/>
                <a:cs typeface="Calibri"/>
              </a:rPr>
            </a:br>
            <a:r>
              <a:rPr lang="ja-JP" altLang="en-US" sz="2400">
                <a:ea typeface="游ゴシック"/>
                <a:cs typeface="Calibri"/>
              </a:rPr>
              <a:t>再度読み込んでください</a:t>
            </a:r>
            <a:endParaRPr lang="en-US" altLang="ja-JP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444BD9B-8109-1785-BF9C-5177EB9971F3}"/>
              </a:ext>
            </a:extLst>
          </p:cNvPr>
          <p:cNvSpPr/>
          <p:nvPr/>
        </p:nvSpPr>
        <p:spPr>
          <a:xfrm>
            <a:off x="1396997" y="7921170"/>
            <a:ext cx="4063999" cy="136071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3200">
                <a:solidFill>
                  <a:schemeClr val="tx1"/>
                </a:solidFill>
                <a:ea typeface="游ゴシック"/>
                <a:cs typeface="Calibri"/>
              </a:rPr>
              <a:t>メニューへ戻る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CFA09E-D990-32DC-F425-FA9F9E677E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47" t="19959" r="31936" b="9664"/>
          <a:stretch>
            <a:fillRect/>
          </a:stretch>
        </p:blipFill>
        <p:spPr>
          <a:xfrm>
            <a:off x="8048192" y="2047302"/>
            <a:ext cx="1785704" cy="361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8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9552F7C5800BA4386C35ECCAEA8C2BB" ma:contentTypeVersion="9" ma:contentTypeDescription="新しいドキュメントを作成します。" ma:contentTypeScope="" ma:versionID="70511adeab67f815e0bf2ef902e83873">
  <xsd:schema xmlns:xsd="http://www.w3.org/2001/XMLSchema" xmlns:xs="http://www.w3.org/2001/XMLSchema" xmlns:p="http://schemas.microsoft.com/office/2006/metadata/properties" xmlns:ns2="2dc7184a-beef-47ba-972a-049efad008de" targetNamespace="http://schemas.microsoft.com/office/2006/metadata/properties" ma:root="true" ma:fieldsID="b1cba98c48b8c3fac88ff4d4b54058aa" ns2:_="">
    <xsd:import namespace="2dc7184a-beef-47ba-972a-049efad008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c7184a-beef-47ba-972a-049efad008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1dba5f26-2497-46e8-897b-88218db7d8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c7184a-beef-47ba-972a-049efad008d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86004B2-272E-49AB-88A3-74955EBE49CB}">
  <ds:schemaRefs>
    <ds:schemaRef ds:uri="2dc7184a-beef-47ba-972a-049efad008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61E763C-EC3B-40A0-AAC1-2554547FFD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38846C-EE82-4447-A1DD-3FACA9A88430}">
  <ds:schemaRefs>
    <ds:schemaRef ds:uri="2dc7184a-beef-47ba-972a-049efad008de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上田　真央</dc:creator>
  <cp:revision>1</cp:revision>
  <dcterms:created xsi:type="dcterms:W3CDTF">2025-12-08T04:51:16Z</dcterms:created>
  <dcterms:modified xsi:type="dcterms:W3CDTF">2026-05-27T03:36:48Z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0x01010069552F7C5800BA4386C35ECCAEA8C2BB</vt:lpwstr>
  </property>
  <property fmtid="{D5CDD505-2E9C-101B-9397-08002B2CF9AE}" pid="3" name="MediaServiceImageTags">
    <vt:lpwstr/>
  </property>
</Properties>
</file>